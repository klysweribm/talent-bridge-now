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 — BLUF: La Conclusión Primero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IBM Talent Bridge puede capturar una porción de los $5.5B USD que se pierden anualmente por brechas de talento — y ya está construido.</a:t>
            </a:r>
          </a:p>
          <a:p>
            <a:pPr lvl="0"/>
            <a:r>
              <a:rPr/>
              <a:t>87% de las empresas enfrentan brechas de talento actuales o inminentes [1]</a:t>
            </a:r>
          </a:p>
          <a:p>
            <a:pPr lvl="0"/>
            <a:r>
              <a:rPr/>
              <a:t>$5.5B USD en pérdidas potenciales asociadas hacia 2026 [1]</a:t>
            </a:r>
          </a:p>
          <a:p>
            <a:pPr lvl="0"/>
            <a:r>
              <a:rPr/>
              <a:t>40% del workforce de IBM necesita reskilling en los próximos 3 años [2]</a:t>
            </a:r>
          </a:p>
          <a:p>
            <a:pPr lvl="0"/>
            <a:r>
              <a:rPr/>
              <a:t>La pregunta no es si el problema existe — es si IBM hoy es víctima de él y estamos perdiendo ventas por eso.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 — What Is: La Situación Actual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El proceso de selección técnica hoy es lento, fragmentado y sin visibilidad.</a:t>
            </a:r>
          </a:p>
          <a:p>
            <a:pPr lvl="0"/>
            <a:r>
              <a:rPr/>
              <a:t>76% de los profesionales de datos cree que la escasez continuará en 2026, 82% en grandes empresas [1]</a:t>
            </a:r>
          </a:p>
          <a:p>
            <a:pPr lvl="0"/>
            <a:r>
              <a:rPr/>
              <a:t>Círculo vicioso: falta de talento calificado → proyectos fallidos → menor inversión en desarrollo de talento</a:t>
            </a:r>
          </a:p>
          <a:p>
            <a:pPr lvl="0"/>
            <a:r>
              <a:rPr/>
              <a:t>95% de líderes de TI citan la integración como barrera principal para adoptar IA [3]</a:t>
            </a:r>
          </a:p>
          <a:p>
            <a:pPr lvl="0"/>
            <a:r>
              <a:rPr/>
              <a:t>Empresas manejan en promedio 897 aplicaciones, con solo 28% integradas [3]</a:t>
            </a:r>
          </a:p>
          <a:p>
            <a:pPr lvl="0"/>
            <a:r>
              <a:rPr/>
              <a:t>78% de equipos luchan con orquestación de pipelines [3]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 — What Could Be: La Brecha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Empresas que operacionalizan IA en su talent pipeline superan a sus pares en 44% en retención e ingresos [4].</a:t>
            </a:r>
          </a:p>
          <a:p>
            <a:pPr lvl="0"/>
            <a:r>
              <a:rPr/>
              <a:t>Reimaginar los talent pipelines</a:t>
            </a:r>
          </a:p>
          <a:p>
            <a:pPr lvl="0"/>
            <a:r>
              <a:rPr/>
              <a:t>Repensar las prácticas de contratación tradicionales</a:t>
            </a:r>
          </a:p>
          <a:p>
            <a:pPr lvl="0"/>
            <a:r>
              <a:rPr/>
              <a:t>Revampear la experiencia del empleado</a:t>
            </a:r>
          </a:p>
          <a:p>
            <a:pPr lvl="0"/>
            <a:r>
              <a:rPr/>
              <a:t>Reskilling y upskilling continuo [2]</a:t>
            </a:r>
          </a:p>
          <a:p>
            <a:pPr lvl="0"/>
            <a:r>
              <a:rPr/>
              <a:t>“Companies can consider investing in younger candidates who are reliable, open-minded and willing to learn” [2]</a:t>
            </a:r>
          </a:p>
          <a:p>
            <a:pPr lvl="0"/>
            <a:r>
              <a:rPr/>
              <a:t>Este es exactamente el gap que Talent Bridge está diseñado para cerrar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 — La Solución: IBM Talent Bridge (Evidencia, no promesa)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Ya está construido y funcionando — no es una idea, es un MVP validado.</a:t>
            </a:r>
          </a:p>
          <a:p>
            <a:pPr lvl="0"/>
            <a:r>
              <a:rPr/>
              <a:t>Arquitectura: React + Vite + TypeScript / NestJS + Hexagonal / IBM Code Engine + Terraform</a:t>
            </a:r>
          </a:p>
          <a:p>
            <a:pPr lvl="0"/>
            <a:r>
              <a:rPr/>
              <a:t>Flujo de creación de proceso de selección (4 pasos)</a:t>
            </a:r>
          </a:p>
          <a:p>
            <a:pPr lvl="0"/>
            <a:r>
              <a:rPr/>
              <a:t>Asignación de referentes técnicos con disponibilidad en tiempo real</a:t>
            </a:r>
          </a:p>
          <a:p>
            <a:pPr lvl="0"/>
            <a:r>
              <a:rPr/>
              <a:t>Dashboard con métricas operativas</a:t>
            </a:r>
          </a:p>
          <a:p>
            <a:pPr lvl="0"/>
            <a:r>
              <a:rPr/>
              <a:t>Pipeline de candidatos con etapas + formulario de evaluación técnica con scoring</a:t>
            </a:r>
          </a:p>
          <a:p>
            <a:pPr lvl="0"/>
            <a:r>
              <a:rPr/>
              <a:t>Benchmark propio: 18 días — tiempo promedio de cierre (basado en 24 requisiciones similares)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5 — Visión: Versátil y Cíclica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El objetivo es ser más versátiles y cíclicos: eficiencia en el proceso, menos gaps, más ventas capturadas.</a:t>
            </a:r>
          </a:p>
          <a:p>
            <a:pPr lvl="0"/>
            <a:r>
              <a:rPr/>
              <a:t>Reducir el tiempo de cierre por debajo del benchmark actual de 18 días</a:t>
            </a:r>
          </a:p>
          <a:p>
            <a:pPr lvl="0"/>
            <a:r>
              <a:rPr/>
              <a:t>Ciclo de mejora continua: cada proceso alimenta datos para el siguiente</a:t>
            </a:r>
          </a:p>
          <a:p>
            <a:pPr lvl="0"/>
            <a:r>
              <a:rPr/>
              <a:t>Roadmap: V2 y V3 con nuevos features condicionados al éxito de la V1</a:t>
            </a:r>
          </a:p>
          <a:p>
            <a:pPr lvl="0"/>
            <a:r>
              <a:rPr/>
              <a:t>Meta: capturar un porcentaje del mercado de $5.5B a través de eficiencia operativa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6 — ABT: Mensaje Ejecutivo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Y — IBM enfrenta la misma brecha de talento que el resto de la industria.</a:t>
            </a:r>
            <a:r>
              <a:rPr/>
              <a:t> </a:t>
            </a:r>
            <a:r>
              <a:rPr b="1"/>
              <a:t>PERO — ya tenemos una herramienta construida que ataca ese dolor específico, con arquitectura sólida y métricas ya definidas.</a:t>
            </a:r>
            <a:r>
              <a:rPr/>
              <a:t> </a:t>
            </a:r>
            <a:r>
              <a:rPr b="1"/>
              <a:t>POR LO TANTO — la decisión no es si invertir en esto, sino qué tan rápido lo llevamos de MVP a estándar de IBM Consulting Chile.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[1] Datos de Talent Gap — 87% brechas, $5.5B pérdidas, 76-82% profesionales de datos [2] IBM Institute for Business Value — 40% reskilling, US Bureau of Labor Statistics [3] Barrera de integración de IA — 95% líderes TI, 897 aplicaciones/28% integradas, 78% pipelines [4] Impacto de IA operacional — 44% mejora en retención e ingresos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2026-09-10T03:45:44Z</dcterms:created>
  <dcterms:modified xsi:type="dcterms:W3CDTF">2026-09-10T03:45:44Z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