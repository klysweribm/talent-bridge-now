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package/2006/relationships/metadata/extended-properties" Target="docProps/app0.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6" r:id="rId4"/>
    <p:sldId id="258" r:id="rId5"/>
    <p:sldId id="259" r:id="rId6"/>
    <p:sldId id="260" r:id="rId7"/>
    <p:sldId id="261" r:id="rId8"/>
    <p:sldId id="262" r:id="rId9"/>
    <p:sldId id="263" r:id="rId1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autoAdjust="0"/>
    <p:restoredTop sz="94714" autoAdjust="0"/>
  </p:normalViewPr>
  <p:slideViewPr>
    <p:cSldViewPr snapToGrid="0" snapToObjects="1">
      <p:cViewPr varScale="1">
        <p:scale>
          <a:sx n="70" d="100"/>
          <a:sy n="70" d="100"/>
        </p:scale>
        <p:origin x="176" y="152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ata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ata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10">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1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828D85-3165-4396-A65B-9CE28EBBE589}" type="doc">
      <dgm:prSet loTypeId="urn:microsoft.com/office/officeart/2026/layout/NumberedDotsHorizontal" loCatId="icon" qsTypeId="urn:microsoft.com/office/officeart/2005/8/quickstyle/simple1#82" qsCatId="simple" csTypeId="urn:microsoft.com/office/officeart/2005/8/colors/accent1_2" csCatId="accent1" phldr="1"/>
      <dgm:spPr/>
      <dgm:t>
        <a:bodyPr/>
        <a:lstStyle/>
        <a:p>
          <a:endParaRPr lang="en-US"/>
        </a:p>
      </dgm:t>
    </dgm:pt>
    <dgm:pt modelId="{D8768428-9CD9-4402-9EEB-450C8897E310}">
      <dgm:prSet/>
      <dgm:spPr/>
      <dgm:t>
        <a:bodyPr/>
        <a:lstStyle/>
        <a:p>
          <a:pPr algn="just">
            <a:defRPr b="1"/>
          </a:pPr>
          <a:r>
            <a:rPr lang="es-CL" dirty="0"/>
            <a:t>Lo que veo es una fricción operativa en selección técnica por falta de trazabilidad y coordinación.</a:t>
          </a:r>
          <a:endParaRPr lang="en-US" dirty="0"/>
        </a:p>
      </dgm:t>
    </dgm:pt>
    <dgm:pt modelId="{3682415E-B003-4DF3-AD69-3B59F0D3C343}" type="parTrans" cxnId="{8EAF2A56-A453-4615-81C8-62B9F1BD626F}">
      <dgm:prSet/>
      <dgm:spPr/>
      <dgm:t>
        <a:bodyPr/>
        <a:lstStyle/>
        <a:p>
          <a:endParaRPr lang="en-US"/>
        </a:p>
      </dgm:t>
    </dgm:pt>
    <dgm:pt modelId="{E5FAFB69-43A4-4C6A-8567-7431E7DB0214}" type="sibTrans" cxnId="{8EAF2A56-A453-4615-81C8-62B9F1BD626F}">
      <dgm:prSet phldrT="1" phldr="0"/>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t>
        <a:bodyPr/>
        <a:lstStyle/>
        <a:p>
          <a:pPr>
            <a:defRPr b="1"/>
          </a:pPr>
          <a:r>
            <a:rPr lang="en-US"/>
            <a:t>1</a:t>
          </a:r>
        </a:p>
      </dgm:t>
      <dgm:extLst>
        <a:ext uri="{E40237B7-FDA0-4F09-8148-C483321AD2D9}">
          <dgm14:cNvPr xmlns:dgm14="http://schemas.microsoft.com/office/drawing/2010/diagram" id="0" name="" descr="Soldador"/>
        </a:ext>
      </dgm:extLst>
    </dgm:pt>
    <dgm:pt modelId="{ADB30D45-005A-4E87-9534-487A9D7C30FF}">
      <dgm:prSet/>
      <dgm:spPr/>
      <dgm:t>
        <a:bodyPr/>
        <a:lstStyle/>
        <a:p>
          <a:pPr algn="just">
            <a:defRPr b="1"/>
          </a:pPr>
          <a:r>
            <a:rPr lang="es-CL" dirty="0"/>
            <a:t>Lo que propongo es una primera versión controlada que ordene etapas, visibilidad y seguimiento.</a:t>
          </a:r>
          <a:endParaRPr lang="en-US" dirty="0"/>
        </a:p>
      </dgm:t>
    </dgm:pt>
    <dgm:pt modelId="{04CB30B3-B607-4803-A58D-3CC8D8B9FF66}" type="parTrans" cxnId="{5A4CCA80-FBDC-4DA7-942E-317783CE9279}">
      <dgm:prSet/>
      <dgm:spPr/>
      <dgm:t>
        <a:bodyPr/>
        <a:lstStyle/>
        <a:p>
          <a:endParaRPr lang="en-US"/>
        </a:p>
      </dgm:t>
    </dgm:pt>
    <dgm:pt modelId="{3257FE0C-2214-49E9-AA05-8B5E1910A6A7}" type="sibTrans" cxnId="{5A4CCA80-FBDC-4DA7-942E-317783CE9279}">
      <dgm:prSet phldrT="2" phldr="0"/>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t>
        <a:bodyPr/>
        <a:lstStyle/>
        <a:p>
          <a:pPr>
            <a:defRPr b="1"/>
          </a:pPr>
          <a:r>
            <a:rPr lang="en-US"/>
            <a:t>2</a:t>
          </a:r>
        </a:p>
      </dgm:t>
      <dgm:extLst>
        <a:ext uri="{E40237B7-FDA0-4F09-8148-C483321AD2D9}">
          <dgm14:cNvPr xmlns:dgm14="http://schemas.microsoft.com/office/drawing/2010/diagram" id="0" name="" descr="Zoom Out"/>
        </a:ext>
      </dgm:extLst>
    </dgm:pt>
    <dgm:pt modelId="{7EFB5D20-FC09-411B-9C3D-5DA1A7152AC9}">
      <dgm:prSet/>
      <dgm:spPr/>
      <dgm:t>
        <a:bodyPr anchor="ctr"/>
        <a:lstStyle/>
        <a:p>
          <a:pPr algn="just">
            <a:defRPr b="1"/>
          </a:pPr>
          <a:r>
            <a:rPr lang="es-CL" dirty="0"/>
            <a:t>El impacto sería reducir tiempos y dar mayor control al proceso.</a:t>
          </a:r>
          <a:endParaRPr lang="en-US" dirty="0"/>
        </a:p>
      </dgm:t>
    </dgm:pt>
    <dgm:pt modelId="{809FCCFD-667E-4988-A5B3-84E09BBDD8C6}" type="parTrans" cxnId="{0B95C754-CB94-4759-AD55-30944229716C}">
      <dgm:prSet/>
      <dgm:spPr/>
      <dgm:t>
        <a:bodyPr/>
        <a:lstStyle/>
        <a:p>
          <a:endParaRPr lang="en-US"/>
        </a:p>
      </dgm:t>
    </dgm:pt>
    <dgm:pt modelId="{3986791E-30AA-4087-8296-ADD4FFF88775}" type="sibTrans" cxnId="{0B95C754-CB94-4759-AD55-30944229716C}">
      <dgm:prSet phldrT="3" phldr="0"/>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t>
        <a:bodyPr/>
        <a:lstStyle/>
        <a:p>
          <a:pPr>
            <a:defRPr b="1"/>
          </a:pPr>
          <a:r>
            <a:rPr lang="en-US"/>
            <a:t>3</a:t>
          </a:r>
        </a:p>
      </dgm:t>
      <dgm:extLst>
        <a:ext uri="{E40237B7-FDA0-4F09-8148-C483321AD2D9}">
          <dgm14:cNvPr xmlns:dgm14="http://schemas.microsoft.com/office/drawing/2010/diagram" id="0" name="" descr="Business Growth"/>
        </a:ext>
      </dgm:extLst>
    </dgm:pt>
    <dgm:pt modelId="{D9D8A7D1-F651-4039-9F3E-0EE159CBD452}">
      <dgm:prSet/>
      <dgm:spPr/>
      <dgm:t>
        <a:bodyPr/>
        <a:lstStyle/>
        <a:p>
          <a:pPr algn="just">
            <a:defRPr b="1"/>
          </a:pPr>
          <a:r>
            <a:rPr lang="es-CL" dirty="0"/>
            <a:t>Si te parece, el siguiente paso sería validar sponsor y alcance para una implementación inicial.”</a:t>
          </a:r>
          <a:endParaRPr lang="en-US" dirty="0"/>
        </a:p>
      </dgm:t>
    </dgm:pt>
    <dgm:pt modelId="{D251E375-8B2D-485E-B847-8E8A6D5F8AF2}" type="parTrans" cxnId="{33627D58-8D8B-4929-9A48-137A45982ADF}">
      <dgm:prSet/>
      <dgm:spPr/>
      <dgm:t>
        <a:bodyPr/>
        <a:lstStyle/>
        <a:p>
          <a:endParaRPr lang="en-US"/>
        </a:p>
      </dgm:t>
    </dgm:pt>
    <dgm:pt modelId="{16FE4872-9ABF-4370-9D13-6665D1A39545}" type="sibTrans" cxnId="{33627D58-8D8B-4929-9A48-137A45982ADF}">
      <dgm:prSet phldrT="4" phldr="0"/>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t>
        <a:bodyPr/>
        <a:lstStyle/>
        <a:p>
          <a:pPr>
            <a:defRPr b="1"/>
          </a:pPr>
          <a:r>
            <a:rPr lang="en-US"/>
            <a:t>4</a:t>
          </a:r>
        </a:p>
      </dgm:t>
      <dgm:extLst>
        <a:ext uri="{E40237B7-FDA0-4F09-8148-C483321AD2D9}">
          <dgm14:cNvPr xmlns:dgm14="http://schemas.microsoft.com/office/drawing/2010/diagram" id="0" name="" descr="Presentation with Checklist"/>
        </a:ext>
      </dgm:extLst>
    </dgm:pt>
    <dgm:pt modelId="{0E6AB74E-057F-134D-89CD-A9267F7C2618}" type="pres">
      <dgm:prSet presAssocID="{5A828D85-3165-4396-A65B-9CE28EBBE589}" presName="root" presStyleCnt="0">
        <dgm:presLayoutVars>
          <dgm:dir/>
          <dgm:resizeHandles val="exact"/>
        </dgm:presLayoutVars>
      </dgm:prSet>
      <dgm:spPr/>
    </dgm:pt>
    <dgm:pt modelId="{E61AE77B-B7A8-0A4A-8149-0B24B02E88E5}" type="pres">
      <dgm:prSet presAssocID="{5A828D85-3165-4396-A65B-9CE28EBBE589}" presName="itemsFlow" presStyleCnt="0"/>
      <dgm:spPr/>
    </dgm:pt>
    <dgm:pt modelId="{710FEF7B-F846-4446-9C34-C46C9E793631}" type="pres">
      <dgm:prSet presAssocID="{D8768428-9CD9-4402-9EEB-450C8897E310}" presName="item" presStyleCnt="0"/>
      <dgm:spPr/>
    </dgm:pt>
    <dgm:pt modelId="{C61BED98-C726-9141-8990-9B775B2E0C32}" type="pres">
      <dgm:prSet presAssocID="{D8768428-9CD9-4402-9EEB-450C8897E310}" presName="anchor" presStyleCnt="0"/>
      <dgm:spPr/>
    </dgm:pt>
    <dgm:pt modelId="{3EA6142F-FFD9-F64C-A2EC-B2D2A092638B}" type="pres">
      <dgm:prSet presAssocID="{D8768428-9CD9-4402-9EEB-450C8897E310}" presName="titleText" presStyleLbl="revTx" presStyleIdx="0" presStyleCnt="0">
        <dgm:presLayoutVars>
          <dgm:chMax val="0"/>
          <dgm:chPref val="0"/>
        </dgm:presLayoutVars>
      </dgm:prSet>
      <dgm:spPr/>
    </dgm:pt>
    <dgm:pt modelId="{45D15AD8-85AB-3A4E-A0A6-0DE2BAC10275}" type="pres">
      <dgm:prSet presAssocID="{E5FAFB69-43A4-4C6A-8567-7431E7DB0214}" presName="numCircle" presStyleLbl="node1NoLn" presStyleIdx="0" presStyleCnt="4">
        <dgm:presLayoutVars>
          <dgm:chMax val="0"/>
          <dgm:bulletEnabled/>
        </dgm:presLayoutVars>
      </dgm:prSet>
      <dgm:spPr/>
    </dgm:pt>
    <dgm:pt modelId="{01C04885-9A33-844D-A26F-78F22CB97BF6}" type="pres">
      <dgm:prSet presAssocID="{D8768428-9CD9-4402-9EEB-450C8897E310}" presName="descText" presStyleLbl="revTx" presStyleIdx="0" presStyleCnt="0">
        <dgm:presLayoutVars>
          <dgm:chMax val="0"/>
          <dgm:chPref val="0"/>
        </dgm:presLayoutVars>
      </dgm:prSet>
      <dgm:spPr/>
    </dgm:pt>
    <dgm:pt modelId="{82E882C7-74AC-7749-8710-363C391F6714}" type="pres">
      <dgm:prSet presAssocID="{E5FAFB69-43A4-4C6A-8567-7431E7DB0214}" presName="connector" presStyleLbl="dkBgShp" presStyleIdx="0" presStyleCnt="3"/>
      <dgm:spPr/>
    </dgm:pt>
    <dgm:pt modelId="{F7F49CFD-49AE-6141-83E9-B4A48CDC4FD2}" type="pres">
      <dgm:prSet presAssocID="{ADB30D45-005A-4E87-9534-487A9D7C30FF}" presName="item" presStyleCnt="0"/>
      <dgm:spPr/>
    </dgm:pt>
    <dgm:pt modelId="{3C7EB674-4AB4-9648-9714-670EA88B6AEF}" type="pres">
      <dgm:prSet presAssocID="{ADB30D45-005A-4E87-9534-487A9D7C30FF}" presName="anchor" presStyleCnt="0"/>
      <dgm:spPr/>
    </dgm:pt>
    <dgm:pt modelId="{36F7F10B-2ECB-8146-97E9-55F046DB84AE}" type="pres">
      <dgm:prSet presAssocID="{ADB30D45-005A-4E87-9534-487A9D7C30FF}" presName="titleText" presStyleLbl="revTx" presStyleIdx="0" presStyleCnt="0">
        <dgm:presLayoutVars>
          <dgm:chMax val="0"/>
          <dgm:chPref val="0"/>
        </dgm:presLayoutVars>
      </dgm:prSet>
      <dgm:spPr/>
    </dgm:pt>
    <dgm:pt modelId="{FF6C033A-332C-0646-A4E9-59D2F3E6FD59}" type="pres">
      <dgm:prSet presAssocID="{3257FE0C-2214-49E9-AA05-8B5E1910A6A7}" presName="numCircle" presStyleLbl="node1NoLn" presStyleIdx="1" presStyleCnt="4">
        <dgm:presLayoutVars>
          <dgm:chMax val="0"/>
          <dgm:bulletEnabled/>
        </dgm:presLayoutVars>
      </dgm:prSet>
      <dgm:spPr/>
    </dgm:pt>
    <dgm:pt modelId="{29BBCBBE-FA57-A443-8718-8E6C1974EB53}" type="pres">
      <dgm:prSet presAssocID="{ADB30D45-005A-4E87-9534-487A9D7C30FF}" presName="descText" presStyleLbl="revTx" presStyleIdx="0" presStyleCnt="0">
        <dgm:presLayoutVars>
          <dgm:chMax val="0"/>
          <dgm:chPref val="0"/>
        </dgm:presLayoutVars>
      </dgm:prSet>
      <dgm:spPr/>
    </dgm:pt>
    <dgm:pt modelId="{E51A9D07-CFF1-8449-8E2E-9000C2D838D7}" type="pres">
      <dgm:prSet presAssocID="{3257FE0C-2214-49E9-AA05-8B5E1910A6A7}" presName="connector" presStyleLbl="dkBgShp" presStyleIdx="1" presStyleCnt="3"/>
      <dgm:spPr/>
    </dgm:pt>
    <dgm:pt modelId="{3FBEF187-E332-1240-836B-62F9352D854C}" type="pres">
      <dgm:prSet presAssocID="{7EFB5D20-FC09-411B-9C3D-5DA1A7152AC9}" presName="item" presStyleCnt="0"/>
      <dgm:spPr/>
    </dgm:pt>
    <dgm:pt modelId="{0C83A9F6-7253-B243-910A-AC0CA4D968A5}" type="pres">
      <dgm:prSet presAssocID="{7EFB5D20-FC09-411B-9C3D-5DA1A7152AC9}" presName="anchor" presStyleCnt="0"/>
      <dgm:spPr/>
    </dgm:pt>
    <dgm:pt modelId="{7839D34A-97FB-1144-B12A-FE2DCCB45685}" type="pres">
      <dgm:prSet presAssocID="{7EFB5D20-FC09-411B-9C3D-5DA1A7152AC9}" presName="titleText" presStyleLbl="revTx" presStyleIdx="0" presStyleCnt="0">
        <dgm:presLayoutVars>
          <dgm:chMax val="0"/>
          <dgm:chPref val="0"/>
        </dgm:presLayoutVars>
      </dgm:prSet>
      <dgm:spPr/>
    </dgm:pt>
    <dgm:pt modelId="{2E4BDB15-2C35-0949-A87A-CF76DF039783}" type="pres">
      <dgm:prSet presAssocID="{3986791E-30AA-4087-8296-ADD4FFF88775}" presName="numCircle" presStyleLbl="node1NoLn" presStyleIdx="2" presStyleCnt="4">
        <dgm:presLayoutVars>
          <dgm:chMax val="0"/>
          <dgm:bulletEnabled/>
        </dgm:presLayoutVars>
      </dgm:prSet>
      <dgm:spPr/>
    </dgm:pt>
    <dgm:pt modelId="{B052D20B-3724-BF4E-A2DB-05C4C0D3764B}" type="pres">
      <dgm:prSet presAssocID="{7EFB5D20-FC09-411B-9C3D-5DA1A7152AC9}" presName="descText" presStyleLbl="revTx" presStyleIdx="0" presStyleCnt="0">
        <dgm:presLayoutVars>
          <dgm:chMax val="0"/>
          <dgm:chPref val="0"/>
        </dgm:presLayoutVars>
      </dgm:prSet>
      <dgm:spPr/>
    </dgm:pt>
    <dgm:pt modelId="{C9206442-D57F-4E4E-A1AE-BD351C8B330A}" type="pres">
      <dgm:prSet presAssocID="{3986791E-30AA-4087-8296-ADD4FFF88775}" presName="connector" presStyleLbl="dkBgShp" presStyleIdx="2" presStyleCnt="3"/>
      <dgm:spPr/>
    </dgm:pt>
    <dgm:pt modelId="{AF30D4FE-092A-E444-9060-CDF9B7ECA0CA}" type="pres">
      <dgm:prSet presAssocID="{D9D8A7D1-F651-4039-9F3E-0EE159CBD452}" presName="item" presStyleCnt="0"/>
      <dgm:spPr/>
    </dgm:pt>
    <dgm:pt modelId="{2C5FDF08-19EA-8647-88B9-257064C862E2}" type="pres">
      <dgm:prSet presAssocID="{D9D8A7D1-F651-4039-9F3E-0EE159CBD452}" presName="anchor" presStyleCnt="0"/>
      <dgm:spPr/>
    </dgm:pt>
    <dgm:pt modelId="{93EB383F-8319-B943-969A-B70F4F1325B8}" type="pres">
      <dgm:prSet presAssocID="{D9D8A7D1-F651-4039-9F3E-0EE159CBD452}" presName="titleText" presStyleLbl="revTx" presStyleIdx="0" presStyleCnt="0">
        <dgm:presLayoutVars>
          <dgm:chMax val="0"/>
          <dgm:chPref val="0"/>
        </dgm:presLayoutVars>
      </dgm:prSet>
      <dgm:spPr/>
    </dgm:pt>
    <dgm:pt modelId="{34B3B37E-FF90-2E41-A319-91F55E17365E}" type="pres">
      <dgm:prSet presAssocID="{16FE4872-9ABF-4370-9D13-6665D1A39545}" presName="numCircle" presStyleLbl="node1NoLn" presStyleIdx="3" presStyleCnt="4">
        <dgm:presLayoutVars>
          <dgm:chMax val="0"/>
          <dgm:bulletEnabled/>
        </dgm:presLayoutVars>
      </dgm:prSet>
      <dgm:spPr/>
    </dgm:pt>
    <dgm:pt modelId="{356E57A7-5302-F440-A728-FA495059087E}" type="pres">
      <dgm:prSet presAssocID="{D9D8A7D1-F651-4039-9F3E-0EE159CBD452}" presName="descText" presStyleLbl="revTx" presStyleIdx="0" presStyleCnt="0">
        <dgm:presLayoutVars>
          <dgm:chMax val="0"/>
          <dgm:chPref val="0"/>
        </dgm:presLayoutVars>
      </dgm:prSet>
      <dgm:spPr/>
    </dgm:pt>
  </dgm:ptLst>
  <dgm:cxnLst>
    <dgm:cxn modelId="{E7D2EC4A-93CD-F44D-AAD4-7F256B76689B}" type="presOf" srcId="{D8768428-9CD9-4402-9EEB-450C8897E310}" destId="{3EA6142F-FFD9-F64C-A2EC-B2D2A092638B}" srcOrd="0" destOrd="0" presId="urn:microsoft.com/office/officeart/2026/layout/NumberedDotsHorizontal"/>
    <dgm:cxn modelId="{0B95C754-CB94-4759-AD55-30944229716C}" srcId="{5A828D85-3165-4396-A65B-9CE28EBBE589}" destId="{7EFB5D20-FC09-411B-9C3D-5DA1A7152AC9}" srcOrd="2" destOrd="0" parTransId="{809FCCFD-667E-4988-A5B3-84E09BBDD8C6}" sibTransId="{3986791E-30AA-4087-8296-ADD4FFF88775}"/>
    <dgm:cxn modelId="{8EAF2A56-A453-4615-81C8-62B9F1BD626F}" srcId="{5A828D85-3165-4396-A65B-9CE28EBBE589}" destId="{D8768428-9CD9-4402-9EEB-450C8897E310}" srcOrd="0" destOrd="0" parTransId="{3682415E-B003-4DF3-AD69-3B59F0D3C343}" sibTransId="{E5FAFB69-43A4-4C6A-8567-7431E7DB0214}"/>
    <dgm:cxn modelId="{33627D58-8D8B-4929-9A48-137A45982ADF}" srcId="{5A828D85-3165-4396-A65B-9CE28EBBE589}" destId="{D9D8A7D1-F651-4039-9F3E-0EE159CBD452}" srcOrd="3" destOrd="0" parTransId="{D251E375-8B2D-485E-B847-8E8A6D5F8AF2}" sibTransId="{16FE4872-9ABF-4370-9D13-6665D1A39545}"/>
    <dgm:cxn modelId="{1362BB7E-78D5-D14B-847A-72BFB56D5E6D}" type="presOf" srcId="{7EFB5D20-FC09-411B-9C3D-5DA1A7152AC9}" destId="{7839D34A-97FB-1144-B12A-FE2DCCB45685}" srcOrd="0" destOrd="0" presId="urn:microsoft.com/office/officeart/2026/layout/NumberedDotsHorizontal"/>
    <dgm:cxn modelId="{5A4CCA80-FBDC-4DA7-942E-317783CE9279}" srcId="{5A828D85-3165-4396-A65B-9CE28EBBE589}" destId="{ADB30D45-005A-4E87-9534-487A9D7C30FF}" srcOrd="1" destOrd="0" parTransId="{04CB30B3-B607-4803-A58D-3CC8D8B9FF66}" sibTransId="{3257FE0C-2214-49E9-AA05-8B5E1910A6A7}"/>
    <dgm:cxn modelId="{48F20A89-A25F-7840-B136-38D6686157B9}" type="presOf" srcId="{3257FE0C-2214-49E9-AA05-8B5E1910A6A7}" destId="{E51A9D07-CFF1-8449-8E2E-9000C2D838D7}" srcOrd="1" destOrd="0" presId="urn:microsoft.com/office/officeart/2026/layout/NumberedDotsHorizontal"/>
    <dgm:cxn modelId="{0B61248E-5413-CC42-8FB7-EB972F9D1266}" type="presOf" srcId="{16FE4872-9ABF-4370-9D13-6665D1A39545}" destId="{34B3B37E-FF90-2E41-A319-91F55E17365E}" srcOrd="0" destOrd="0" presId="urn:microsoft.com/office/officeart/2026/layout/NumberedDotsHorizontal"/>
    <dgm:cxn modelId="{D75B8C8F-F3B5-E843-A868-7A2CCE5746C4}" type="presOf" srcId="{ADB30D45-005A-4E87-9534-487A9D7C30FF}" destId="{36F7F10B-2ECB-8146-97E9-55F046DB84AE}" srcOrd="0" destOrd="0" presId="urn:microsoft.com/office/officeart/2026/layout/NumberedDotsHorizontal"/>
    <dgm:cxn modelId="{44160096-F5DE-8448-A754-75B036295E7F}" type="presOf" srcId="{D9D8A7D1-F651-4039-9F3E-0EE159CBD452}" destId="{93EB383F-8319-B943-969A-B70F4F1325B8}" srcOrd="0" destOrd="0" presId="urn:microsoft.com/office/officeart/2026/layout/NumberedDotsHorizontal"/>
    <dgm:cxn modelId="{EC31BDA5-D996-AF4F-970C-2522DBD0B177}" type="presOf" srcId="{3986791E-30AA-4087-8296-ADD4FFF88775}" destId="{2E4BDB15-2C35-0949-A87A-CF76DF039783}" srcOrd="0" destOrd="0" presId="urn:microsoft.com/office/officeart/2026/layout/NumberedDotsHorizontal"/>
    <dgm:cxn modelId="{3BCF07C2-2691-584A-BCFA-F4D6F63A291C}" type="presOf" srcId="{5A828D85-3165-4396-A65B-9CE28EBBE589}" destId="{0E6AB74E-057F-134D-89CD-A9267F7C2618}" srcOrd="0" destOrd="0" presId="urn:microsoft.com/office/officeart/2026/layout/NumberedDotsHorizontal"/>
    <dgm:cxn modelId="{8ADEE0C5-BBB9-B649-9823-33F3C6C5B0D9}" type="presOf" srcId="{E5FAFB69-43A4-4C6A-8567-7431E7DB0214}" destId="{45D15AD8-85AB-3A4E-A0A6-0DE2BAC10275}" srcOrd="0" destOrd="0" presId="urn:microsoft.com/office/officeart/2026/layout/NumberedDotsHorizontal"/>
    <dgm:cxn modelId="{B637B3CB-D9D4-F544-8186-EA4B618A658B}" type="presOf" srcId="{3986791E-30AA-4087-8296-ADD4FFF88775}" destId="{C9206442-D57F-4E4E-A1AE-BD351C8B330A}" srcOrd="1" destOrd="0" presId="urn:microsoft.com/office/officeart/2026/layout/NumberedDotsHorizontal"/>
    <dgm:cxn modelId="{7ECD03DB-B293-E440-BE89-9B913F432E69}" type="presOf" srcId="{E5FAFB69-43A4-4C6A-8567-7431E7DB0214}" destId="{82E882C7-74AC-7749-8710-363C391F6714}" srcOrd="1" destOrd="0" presId="urn:microsoft.com/office/officeart/2026/layout/NumberedDotsHorizontal"/>
    <dgm:cxn modelId="{AE9FDEF7-7E96-C642-867A-FAC0EF4FB0E8}" type="presOf" srcId="{3257FE0C-2214-49E9-AA05-8B5E1910A6A7}" destId="{FF6C033A-332C-0646-A4E9-59D2F3E6FD59}" srcOrd="0" destOrd="0" presId="urn:microsoft.com/office/officeart/2026/layout/NumberedDotsHorizontal"/>
    <dgm:cxn modelId="{A879E1C2-7AC0-4144-A87E-24C96BED39C9}" type="presParOf" srcId="{0E6AB74E-057F-134D-89CD-A9267F7C2618}" destId="{E61AE77B-B7A8-0A4A-8149-0B24B02E88E5}" srcOrd="0" destOrd="0" presId="urn:microsoft.com/office/officeart/2026/layout/NumberedDotsHorizontal"/>
    <dgm:cxn modelId="{B79FF759-DC0A-CD4A-8594-D074FE2145A6}" type="presParOf" srcId="{E61AE77B-B7A8-0A4A-8149-0B24B02E88E5}" destId="{710FEF7B-F846-4446-9C34-C46C9E793631}" srcOrd="0" destOrd="0" presId="urn:microsoft.com/office/officeart/2026/layout/NumberedDotsHorizontal"/>
    <dgm:cxn modelId="{FD98AE36-EA88-B349-8CF9-B7BD9B4FCEDE}" type="presParOf" srcId="{710FEF7B-F846-4446-9C34-C46C9E793631}" destId="{C61BED98-C726-9141-8990-9B775B2E0C32}" srcOrd="0" destOrd="0" presId="urn:microsoft.com/office/officeart/2026/layout/NumberedDotsHorizontal"/>
    <dgm:cxn modelId="{5EC10155-A412-7643-91EE-ECE305F6DC9B}" type="presParOf" srcId="{710FEF7B-F846-4446-9C34-C46C9E793631}" destId="{3EA6142F-FFD9-F64C-A2EC-B2D2A092638B}" srcOrd="1" destOrd="0" presId="urn:microsoft.com/office/officeart/2026/layout/NumberedDotsHorizontal"/>
    <dgm:cxn modelId="{D33A3B72-61EC-AE4F-B00A-CD124D7627AC}" type="presParOf" srcId="{710FEF7B-F846-4446-9C34-C46C9E793631}" destId="{45D15AD8-85AB-3A4E-A0A6-0DE2BAC10275}" srcOrd="2" destOrd="0" presId="urn:microsoft.com/office/officeart/2026/layout/NumberedDotsHorizontal"/>
    <dgm:cxn modelId="{E97B5A79-F250-2A48-8255-1AB326BAF565}" type="presParOf" srcId="{710FEF7B-F846-4446-9C34-C46C9E793631}" destId="{01C04885-9A33-844D-A26F-78F22CB97BF6}" srcOrd="3" destOrd="0" presId="urn:microsoft.com/office/officeart/2026/layout/NumberedDotsHorizontal"/>
    <dgm:cxn modelId="{7405EC5E-0A62-EC42-8EA6-EA4B33680552}" type="presParOf" srcId="{E61AE77B-B7A8-0A4A-8149-0B24B02E88E5}" destId="{82E882C7-74AC-7749-8710-363C391F6714}" srcOrd="1" destOrd="0" presId="urn:microsoft.com/office/officeart/2026/layout/NumberedDotsHorizontal"/>
    <dgm:cxn modelId="{996F59A3-141B-1B43-BC8D-53BC3BFF4C28}" type="presParOf" srcId="{E61AE77B-B7A8-0A4A-8149-0B24B02E88E5}" destId="{F7F49CFD-49AE-6141-83E9-B4A48CDC4FD2}" srcOrd="2" destOrd="0" presId="urn:microsoft.com/office/officeart/2026/layout/NumberedDotsHorizontal"/>
    <dgm:cxn modelId="{43D927A4-C864-AA45-9E25-1EA43A51E574}" type="presParOf" srcId="{F7F49CFD-49AE-6141-83E9-B4A48CDC4FD2}" destId="{3C7EB674-4AB4-9648-9714-670EA88B6AEF}" srcOrd="0" destOrd="0" presId="urn:microsoft.com/office/officeart/2026/layout/NumberedDotsHorizontal"/>
    <dgm:cxn modelId="{B353D54E-AEC2-E140-9774-FD8B8AB9E4FC}" type="presParOf" srcId="{F7F49CFD-49AE-6141-83E9-B4A48CDC4FD2}" destId="{36F7F10B-2ECB-8146-97E9-55F046DB84AE}" srcOrd="1" destOrd="0" presId="urn:microsoft.com/office/officeart/2026/layout/NumberedDotsHorizontal"/>
    <dgm:cxn modelId="{823BA070-0A31-3D4B-9E27-F54CBC68F4D6}" type="presParOf" srcId="{F7F49CFD-49AE-6141-83E9-B4A48CDC4FD2}" destId="{FF6C033A-332C-0646-A4E9-59D2F3E6FD59}" srcOrd="2" destOrd="0" presId="urn:microsoft.com/office/officeart/2026/layout/NumberedDotsHorizontal"/>
    <dgm:cxn modelId="{764DF9D0-3A1E-6041-B866-756F6E55569F}" type="presParOf" srcId="{F7F49CFD-49AE-6141-83E9-B4A48CDC4FD2}" destId="{29BBCBBE-FA57-A443-8718-8E6C1974EB53}" srcOrd="3" destOrd="0" presId="urn:microsoft.com/office/officeart/2026/layout/NumberedDotsHorizontal"/>
    <dgm:cxn modelId="{859847C0-7CE1-2949-82D0-353476732F01}" type="presParOf" srcId="{E61AE77B-B7A8-0A4A-8149-0B24B02E88E5}" destId="{E51A9D07-CFF1-8449-8E2E-9000C2D838D7}" srcOrd="3" destOrd="0" presId="urn:microsoft.com/office/officeart/2026/layout/NumberedDotsHorizontal"/>
    <dgm:cxn modelId="{1C713B14-AE90-2445-A7E6-88E89029FAB4}" type="presParOf" srcId="{E61AE77B-B7A8-0A4A-8149-0B24B02E88E5}" destId="{3FBEF187-E332-1240-836B-62F9352D854C}" srcOrd="4" destOrd="0" presId="urn:microsoft.com/office/officeart/2026/layout/NumberedDotsHorizontal"/>
    <dgm:cxn modelId="{FDEE51E9-4637-3A46-ABCB-D2DE7D4FB595}" type="presParOf" srcId="{3FBEF187-E332-1240-836B-62F9352D854C}" destId="{0C83A9F6-7253-B243-910A-AC0CA4D968A5}" srcOrd="0" destOrd="0" presId="urn:microsoft.com/office/officeart/2026/layout/NumberedDotsHorizontal"/>
    <dgm:cxn modelId="{9057A428-E8F7-0949-97CD-0B587415863B}" type="presParOf" srcId="{3FBEF187-E332-1240-836B-62F9352D854C}" destId="{7839D34A-97FB-1144-B12A-FE2DCCB45685}" srcOrd="1" destOrd="0" presId="urn:microsoft.com/office/officeart/2026/layout/NumberedDotsHorizontal"/>
    <dgm:cxn modelId="{DF273EFB-F424-3448-857B-57F4E9110D15}" type="presParOf" srcId="{3FBEF187-E332-1240-836B-62F9352D854C}" destId="{2E4BDB15-2C35-0949-A87A-CF76DF039783}" srcOrd="2" destOrd="0" presId="urn:microsoft.com/office/officeart/2026/layout/NumberedDotsHorizontal"/>
    <dgm:cxn modelId="{B03E7E5A-F8BF-6046-8389-15E5EDB7EA0B}" type="presParOf" srcId="{3FBEF187-E332-1240-836B-62F9352D854C}" destId="{B052D20B-3724-BF4E-A2DB-05C4C0D3764B}" srcOrd="3" destOrd="0" presId="urn:microsoft.com/office/officeart/2026/layout/NumberedDotsHorizontal"/>
    <dgm:cxn modelId="{A9C3569C-BE91-9F4B-9EB6-364D9273B172}" type="presParOf" srcId="{E61AE77B-B7A8-0A4A-8149-0B24B02E88E5}" destId="{C9206442-D57F-4E4E-A1AE-BD351C8B330A}" srcOrd="5" destOrd="0" presId="urn:microsoft.com/office/officeart/2026/layout/NumberedDotsHorizontal"/>
    <dgm:cxn modelId="{B0E201F8-ED08-E546-BF0D-37CD24C59C28}" type="presParOf" srcId="{E61AE77B-B7A8-0A4A-8149-0B24B02E88E5}" destId="{AF30D4FE-092A-E444-9060-CDF9B7ECA0CA}" srcOrd="6" destOrd="0" presId="urn:microsoft.com/office/officeart/2026/layout/NumberedDotsHorizontal"/>
    <dgm:cxn modelId="{664C4B49-4586-6947-97C0-358BBCDAF45B}" type="presParOf" srcId="{AF30D4FE-092A-E444-9060-CDF9B7ECA0CA}" destId="{2C5FDF08-19EA-8647-88B9-257064C862E2}" srcOrd="0" destOrd="0" presId="urn:microsoft.com/office/officeart/2026/layout/NumberedDotsHorizontal"/>
    <dgm:cxn modelId="{0B3B2B3E-5E23-2B4E-A60D-68253F5348EB}" type="presParOf" srcId="{AF30D4FE-092A-E444-9060-CDF9B7ECA0CA}" destId="{93EB383F-8319-B943-969A-B70F4F1325B8}" srcOrd="1" destOrd="0" presId="urn:microsoft.com/office/officeart/2026/layout/NumberedDotsHorizontal"/>
    <dgm:cxn modelId="{17932113-984B-9E4C-8379-D929DA51024D}" type="presParOf" srcId="{AF30D4FE-092A-E444-9060-CDF9B7ECA0CA}" destId="{34B3B37E-FF90-2E41-A319-91F55E17365E}" srcOrd="2" destOrd="0" presId="urn:microsoft.com/office/officeart/2026/layout/NumberedDotsHorizontal"/>
    <dgm:cxn modelId="{539D4E89-3294-784D-A539-477BEE7F4A84}" type="presParOf" srcId="{AF30D4FE-092A-E444-9060-CDF9B7ECA0CA}" destId="{356E57A7-5302-F440-A728-FA495059087E}" srcOrd="3" destOrd="0" presId="urn:microsoft.com/office/officeart/2026/layout/NumberedDotsHorizont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CDCE52-EEE2-41E7-9AEC-F71914C9DB37}" type="doc">
      <dgm:prSet loTypeId="urn:microsoft.com/office/officeart/2005/8/layout/vProcess5" loCatId="process" qsTypeId="urn:microsoft.com/office/officeart/2005/8/quickstyle/simple1#1" qsCatId="simple" csTypeId="urn:microsoft.com/office/officeart/2005/8/colors/colorful2#1" csCatId="colorful"/>
      <dgm:spPr/>
      <dgm:t>
        <a:bodyPr/>
        <a:lstStyle/>
        <a:p>
          <a:endParaRPr lang="en-US"/>
        </a:p>
      </dgm:t>
    </dgm:pt>
    <dgm:pt modelId="{BC423086-BBA6-49DC-8786-00D5A43A9272}">
      <dgm:prSet/>
      <dgm:spPr/>
      <dgm:t>
        <a:bodyPr/>
        <a:lstStyle/>
        <a:p>
          <a:r>
            <a:rPr lang="en-US" dirty="0"/>
            <a:t>Brecha de </a:t>
          </a:r>
          <a:r>
            <a:rPr lang="en-US" dirty="0" err="1"/>
            <a:t>habilidades</a:t>
          </a:r>
          <a:r>
            <a:rPr lang="en-US" dirty="0"/>
            <a:t> </a:t>
          </a:r>
          <a:r>
            <a:rPr lang="en-US" dirty="0" err="1"/>
            <a:t>técnicas</a:t>
          </a:r>
          <a:r>
            <a:rPr lang="en-US" dirty="0"/>
            <a:t> </a:t>
          </a:r>
          <a:r>
            <a:rPr lang="en-US" dirty="0" err="1"/>
            <a:t>crítica</a:t>
          </a:r>
          <a:r>
            <a:rPr lang="en-US" dirty="0"/>
            <a:t> </a:t>
          </a:r>
          <a:r>
            <a:rPr lang="en-US" dirty="0" err="1"/>
            <a:t>en</a:t>
          </a:r>
          <a:r>
            <a:rPr lang="en-US" dirty="0"/>
            <a:t> </a:t>
          </a:r>
          <a:r>
            <a:rPr lang="en-US" dirty="0" err="1"/>
            <a:t>procesos</a:t>
          </a:r>
          <a:r>
            <a:rPr lang="en-US" dirty="0"/>
            <a:t> de staffing</a:t>
          </a:r>
        </a:p>
      </dgm:t>
    </dgm:pt>
    <dgm:pt modelId="{BC2EC92C-E09F-4BE3-8282-F3208E21DEDB}" type="parTrans" cxnId="{5FC45510-2C7D-4B0F-B53A-765B8C5A35A7}">
      <dgm:prSet/>
      <dgm:spPr/>
      <dgm:t>
        <a:bodyPr/>
        <a:lstStyle/>
        <a:p>
          <a:endParaRPr lang="en-US"/>
        </a:p>
      </dgm:t>
    </dgm:pt>
    <dgm:pt modelId="{7BEF9578-E02E-417E-B904-CBF5A1FF7815}" type="sibTrans" cxnId="{5FC45510-2C7D-4B0F-B53A-765B8C5A35A7}">
      <dgm:prSet/>
      <dgm:spPr/>
      <dgm:t>
        <a:bodyPr/>
        <a:lstStyle/>
        <a:p>
          <a:endParaRPr lang="en-US"/>
        </a:p>
      </dgm:t>
    </dgm:pt>
    <dgm:pt modelId="{4F312457-4C26-4C75-A30D-C2FC3A0CD63B}">
      <dgm:prSet/>
      <dgm:spPr/>
      <dgm:t>
        <a:bodyPr/>
        <a:lstStyle/>
        <a:p>
          <a:r>
            <a:rPr lang="en-US"/>
            <a:t>Tiempos de selección promedio de 18+ días por posición técnica</a:t>
          </a:r>
        </a:p>
      </dgm:t>
    </dgm:pt>
    <dgm:pt modelId="{ECFB6B24-835C-42EC-963A-054F58B7D7C3}" type="parTrans" cxnId="{9FA83CE6-CDCF-4142-8A28-A9CD4271658B}">
      <dgm:prSet/>
      <dgm:spPr/>
      <dgm:t>
        <a:bodyPr/>
        <a:lstStyle/>
        <a:p>
          <a:endParaRPr lang="en-US"/>
        </a:p>
      </dgm:t>
    </dgm:pt>
    <dgm:pt modelId="{A1613D67-294D-41C6-9EB9-B0B281975B73}" type="sibTrans" cxnId="{9FA83CE6-CDCF-4142-8A28-A9CD4271658B}">
      <dgm:prSet/>
      <dgm:spPr/>
      <dgm:t>
        <a:bodyPr/>
        <a:lstStyle/>
        <a:p>
          <a:endParaRPr lang="en-US"/>
        </a:p>
      </dgm:t>
    </dgm:pt>
    <dgm:pt modelId="{885C1E7B-2BEC-44D2-B23B-34B08243127B}">
      <dgm:prSet/>
      <dgm:spPr/>
      <dgm:t>
        <a:bodyPr/>
        <a:lstStyle/>
        <a:p>
          <a:r>
            <a:rPr lang="en-US"/>
            <a:t>Procesos fragmentados entre múltiples herramientas no integradas</a:t>
          </a:r>
        </a:p>
      </dgm:t>
    </dgm:pt>
    <dgm:pt modelId="{B631DAE4-0DEB-4809-81EA-BACBE3EFFAAE}" type="parTrans" cxnId="{4AABE5C4-C52A-48BF-B717-CE2E0B9EBF4D}">
      <dgm:prSet/>
      <dgm:spPr/>
      <dgm:t>
        <a:bodyPr/>
        <a:lstStyle/>
        <a:p>
          <a:endParaRPr lang="en-US"/>
        </a:p>
      </dgm:t>
    </dgm:pt>
    <dgm:pt modelId="{9E66CBAB-8DDA-4EE3-9E67-E59A51E5C5BF}" type="sibTrans" cxnId="{4AABE5C4-C52A-48BF-B717-CE2E0B9EBF4D}">
      <dgm:prSet/>
      <dgm:spPr/>
      <dgm:t>
        <a:bodyPr/>
        <a:lstStyle/>
        <a:p>
          <a:endParaRPr lang="en-US"/>
        </a:p>
      </dgm:t>
    </dgm:pt>
    <dgm:pt modelId="{33727ABB-DC8D-49DF-8086-FAB18AC6E2F7}">
      <dgm:prSet/>
      <dgm:spPr/>
      <dgm:t>
        <a:bodyPr/>
        <a:lstStyle/>
        <a:p>
          <a:r>
            <a:rPr lang="en-US"/>
            <a:t>Pérdidas estimadas de $5.5B anuales a nivel de industria por mismatch de talento</a:t>
          </a:r>
        </a:p>
      </dgm:t>
    </dgm:pt>
    <dgm:pt modelId="{4518F232-3B65-4402-BBFE-22542BAA2B68}" type="parTrans" cxnId="{EA4D2BEF-EB93-4232-99C9-CBDF960A5F4A}">
      <dgm:prSet/>
      <dgm:spPr/>
      <dgm:t>
        <a:bodyPr/>
        <a:lstStyle/>
        <a:p>
          <a:endParaRPr lang="en-US"/>
        </a:p>
      </dgm:t>
    </dgm:pt>
    <dgm:pt modelId="{CB10064E-F38C-4A29-9594-47E5BF542CAB}" type="sibTrans" cxnId="{EA4D2BEF-EB93-4232-99C9-CBDF960A5F4A}">
      <dgm:prSet/>
      <dgm:spPr/>
      <dgm:t>
        <a:bodyPr/>
        <a:lstStyle/>
        <a:p>
          <a:endParaRPr lang="en-US"/>
        </a:p>
      </dgm:t>
    </dgm:pt>
    <dgm:pt modelId="{55C4DC23-7FC8-5440-B4E7-4151EF81C978}" type="pres">
      <dgm:prSet presAssocID="{6ECDCE52-EEE2-41E7-9AEC-F71914C9DB37}" presName="outerComposite" presStyleCnt="0">
        <dgm:presLayoutVars>
          <dgm:chMax val="5"/>
          <dgm:dir/>
          <dgm:resizeHandles val="exact"/>
        </dgm:presLayoutVars>
      </dgm:prSet>
      <dgm:spPr/>
    </dgm:pt>
    <dgm:pt modelId="{3E1F4D90-7C63-2B42-BDB0-D2B4F5483241}" type="pres">
      <dgm:prSet presAssocID="{6ECDCE52-EEE2-41E7-9AEC-F71914C9DB37}" presName="dummyMaxCanvas" presStyleCnt="0">
        <dgm:presLayoutVars/>
      </dgm:prSet>
      <dgm:spPr/>
    </dgm:pt>
    <dgm:pt modelId="{3FA770D1-D50C-2E4D-AD4C-9A3618062DB3}" type="pres">
      <dgm:prSet presAssocID="{6ECDCE52-EEE2-41E7-9AEC-F71914C9DB37}" presName="FourNodes_1" presStyleLbl="node1" presStyleIdx="0" presStyleCnt="4">
        <dgm:presLayoutVars>
          <dgm:bulletEnabled val="1"/>
        </dgm:presLayoutVars>
      </dgm:prSet>
      <dgm:spPr/>
    </dgm:pt>
    <dgm:pt modelId="{1DB97412-FA32-4E46-8569-D52B804FF4B3}" type="pres">
      <dgm:prSet presAssocID="{6ECDCE52-EEE2-41E7-9AEC-F71914C9DB37}" presName="FourNodes_2" presStyleLbl="node1" presStyleIdx="1" presStyleCnt="4">
        <dgm:presLayoutVars>
          <dgm:bulletEnabled val="1"/>
        </dgm:presLayoutVars>
      </dgm:prSet>
      <dgm:spPr/>
    </dgm:pt>
    <dgm:pt modelId="{C1D08F46-E69B-E641-9E6A-A3039022F80A}" type="pres">
      <dgm:prSet presAssocID="{6ECDCE52-EEE2-41E7-9AEC-F71914C9DB37}" presName="FourNodes_3" presStyleLbl="node1" presStyleIdx="2" presStyleCnt="4">
        <dgm:presLayoutVars>
          <dgm:bulletEnabled val="1"/>
        </dgm:presLayoutVars>
      </dgm:prSet>
      <dgm:spPr/>
    </dgm:pt>
    <dgm:pt modelId="{6815725B-62F2-E243-AEDB-9416B53548C4}" type="pres">
      <dgm:prSet presAssocID="{6ECDCE52-EEE2-41E7-9AEC-F71914C9DB37}" presName="FourNodes_4" presStyleLbl="node1" presStyleIdx="3" presStyleCnt="4">
        <dgm:presLayoutVars>
          <dgm:bulletEnabled val="1"/>
        </dgm:presLayoutVars>
      </dgm:prSet>
      <dgm:spPr/>
    </dgm:pt>
    <dgm:pt modelId="{16FABA3C-88A9-2B41-9E2D-7F9265443D04}" type="pres">
      <dgm:prSet presAssocID="{6ECDCE52-EEE2-41E7-9AEC-F71914C9DB37}" presName="FourConn_1-2" presStyleLbl="fgAccFollowNode1" presStyleIdx="0" presStyleCnt="3">
        <dgm:presLayoutVars>
          <dgm:bulletEnabled val="1"/>
        </dgm:presLayoutVars>
      </dgm:prSet>
      <dgm:spPr/>
    </dgm:pt>
    <dgm:pt modelId="{DDDD2395-D4A5-1940-818A-99E043EC9AF0}" type="pres">
      <dgm:prSet presAssocID="{6ECDCE52-EEE2-41E7-9AEC-F71914C9DB37}" presName="FourConn_2-3" presStyleLbl="fgAccFollowNode1" presStyleIdx="1" presStyleCnt="3">
        <dgm:presLayoutVars>
          <dgm:bulletEnabled val="1"/>
        </dgm:presLayoutVars>
      </dgm:prSet>
      <dgm:spPr/>
    </dgm:pt>
    <dgm:pt modelId="{9F291709-608B-8F44-920D-BC5C780F6921}" type="pres">
      <dgm:prSet presAssocID="{6ECDCE52-EEE2-41E7-9AEC-F71914C9DB37}" presName="FourConn_3-4" presStyleLbl="fgAccFollowNode1" presStyleIdx="2" presStyleCnt="3">
        <dgm:presLayoutVars>
          <dgm:bulletEnabled val="1"/>
        </dgm:presLayoutVars>
      </dgm:prSet>
      <dgm:spPr/>
    </dgm:pt>
    <dgm:pt modelId="{DFA2F175-BFCD-E740-8C08-249B90A31DEE}" type="pres">
      <dgm:prSet presAssocID="{6ECDCE52-EEE2-41E7-9AEC-F71914C9DB37}" presName="FourNodes_1_text" presStyleLbl="node1" presStyleIdx="3" presStyleCnt="4">
        <dgm:presLayoutVars>
          <dgm:bulletEnabled val="1"/>
        </dgm:presLayoutVars>
      </dgm:prSet>
      <dgm:spPr/>
    </dgm:pt>
    <dgm:pt modelId="{EAA3DE4B-78A3-C445-A19A-C47EA3389E87}" type="pres">
      <dgm:prSet presAssocID="{6ECDCE52-EEE2-41E7-9AEC-F71914C9DB37}" presName="FourNodes_2_text" presStyleLbl="node1" presStyleIdx="3" presStyleCnt="4">
        <dgm:presLayoutVars>
          <dgm:bulletEnabled val="1"/>
        </dgm:presLayoutVars>
      </dgm:prSet>
      <dgm:spPr/>
    </dgm:pt>
    <dgm:pt modelId="{A1FC8800-84D0-2A44-BE8B-298FD3BC40D9}" type="pres">
      <dgm:prSet presAssocID="{6ECDCE52-EEE2-41E7-9AEC-F71914C9DB37}" presName="FourNodes_3_text" presStyleLbl="node1" presStyleIdx="3" presStyleCnt="4">
        <dgm:presLayoutVars>
          <dgm:bulletEnabled val="1"/>
        </dgm:presLayoutVars>
      </dgm:prSet>
      <dgm:spPr/>
    </dgm:pt>
    <dgm:pt modelId="{7FAFA3DB-6E9F-9446-ABFD-D17D96D37EF5}" type="pres">
      <dgm:prSet presAssocID="{6ECDCE52-EEE2-41E7-9AEC-F71914C9DB37}" presName="FourNodes_4_text" presStyleLbl="node1" presStyleIdx="3" presStyleCnt="4">
        <dgm:presLayoutVars>
          <dgm:bulletEnabled val="1"/>
        </dgm:presLayoutVars>
      </dgm:prSet>
      <dgm:spPr/>
    </dgm:pt>
  </dgm:ptLst>
  <dgm:cxnLst>
    <dgm:cxn modelId="{624FB50C-5632-AA45-B7EB-159B10084D1A}" type="presOf" srcId="{4F312457-4C26-4C75-A30D-C2FC3A0CD63B}" destId="{1DB97412-FA32-4E46-8569-D52B804FF4B3}" srcOrd="0" destOrd="0" presId="urn:microsoft.com/office/officeart/2005/8/layout/vProcess5"/>
    <dgm:cxn modelId="{5FC45510-2C7D-4B0F-B53A-765B8C5A35A7}" srcId="{6ECDCE52-EEE2-41E7-9AEC-F71914C9DB37}" destId="{BC423086-BBA6-49DC-8786-00D5A43A9272}" srcOrd="0" destOrd="0" parTransId="{BC2EC92C-E09F-4BE3-8282-F3208E21DEDB}" sibTransId="{7BEF9578-E02E-417E-B904-CBF5A1FF7815}"/>
    <dgm:cxn modelId="{E3026C1B-A947-A642-B173-E363F94B6B3D}" type="presOf" srcId="{A1613D67-294D-41C6-9EB9-B0B281975B73}" destId="{DDDD2395-D4A5-1940-818A-99E043EC9AF0}" srcOrd="0" destOrd="0" presId="urn:microsoft.com/office/officeart/2005/8/layout/vProcess5"/>
    <dgm:cxn modelId="{D128213E-2896-464B-BD1B-23002DEB7DAC}" type="presOf" srcId="{9E66CBAB-8DDA-4EE3-9E67-E59A51E5C5BF}" destId="{9F291709-608B-8F44-920D-BC5C780F6921}" srcOrd="0" destOrd="0" presId="urn:microsoft.com/office/officeart/2005/8/layout/vProcess5"/>
    <dgm:cxn modelId="{A428598D-9DE6-EE44-B087-D7B836DA6242}" type="presOf" srcId="{885C1E7B-2BEC-44D2-B23B-34B08243127B}" destId="{A1FC8800-84D0-2A44-BE8B-298FD3BC40D9}" srcOrd="1" destOrd="0" presId="urn:microsoft.com/office/officeart/2005/8/layout/vProcess5"/>
    <dgm:cxn modelId="{1B0A0991-A123-F740-85C6-C2AB398BB3CE}" type="presOf" srcId="{33727ABB-DC8D-49DF-8086-FAB18AC6E2F7}" destId="{6815725B-62F2-E243-AEDB-9416B53548C4}" srcOrd="0" destOrd="0" presId="urn:microsoft.com/office/officeart/2005/8/layout/vProcess5"/>
    <dgm:cxn modelId="{FE11E6BE-2EE0-644C-A3C1-B73B364AD117}" type="presOf" srcId="{BC423086-BBA6-49DC-8786-00D5A43A9272}" destId="{DFA2F175-BFCD-E740-8C08-249B90A31DEE}" srcOrd="1" destOrd="0" presId="urn:microsoft.com/office/officeart/2005/8/layout/vProcess5"/>
    <dgm:cxn modelId="{4AABE5C4-C52A-48BF-B717-CE2E0B9EBF4D}" srcId="{6ECDCE52-EEE2-41E7-9AEC-F71914C9DB37}" destId="{885C1E7B-2BEC-44D2-B23B-34B08243127B}" srcOrd="2" destOrd="0" parTransId="{B631DAE4-0DEB-4809-81EA-BACBE3EFFAAE}" sibTransId="{9E66CBAB-8DDA-4EE3-9E67-E59A51E5C5BF}"/>
    <dgm:cxn modelId="{0E25F2CA-6F10-B848-813F-C5B119EAA90B}" type="presOf" srcId="{4F312457-4C26-4C75-A30D-C2FC3A0CD63B}" destId="{EAA3DE4B-78A3-C445-A19A-C47EA3389E87}" srcOrd="1" destOrd="0" presId="urn:microsoft.com/office/officeart/2005/8/layout/vProcess5"/>
    <dgm:cxn modelId="{6D616CD0-93C3-8443-B93A-C374EBE3582C}" type="presOf" srcId="{33727ABB-DC8D-49DF-8086-FAB18AC6E2F7}" destId="{7FAFA3DB-6E9F-9446-ABFD-D17D96D37EF5}" srcOrd="1" destOrd="0" presId="urn:microsoft.com/office/officeart/2005/8/layout/vProcess5"/>
    <dgm:cxn modelId="{013746D7-A7AB-E643-9B58-9F78F24467E6}" type="presOf" srcId="{885C1E7B-2BEC-44D2-B23B-34B08243127B}" destId="{C1D08F46-E69B-E641-9E6A-A3039022F80A}" srcOrd="0" destOrd="0" presId="urn:microsoft.com/office/officeart/2005/8/layout/vProcess5"/>
    <dgm:cxn modelId="{9FA83CE6-CDCF-4142-8A28-A9CD4271658B}" srcId="{6ECDCE52-EEE2-41E7-9AEC-F71914C9DB37}" destId="{4F312457-4C26-4C75-A30D-C2FC3A0CD63B}" srcOrd="1" destOrd="0" parTransId="{ECFB6B24-835C-42EC-963A-054F58B7D7C3}" sibTransId="{A1613D67-294D-41C6-9EB9-B0B281975B73}"/>
    <dgm:cxn modelId="{EA4D2BEF-EB93-4232-99C9-CBDF960A5F4A}" srcId="{6ECDCE52-EEE2-41E7-9AEC-F71914C9DB37}" destId="{33727ABB-DC8D-49DF-8086-FAB18AC6E2F7}" srcOrd="3" destOrd="0" parTransId="{4518F232-3B65-4402-BBFE-22542BAA2B68}" sibTransId="{CB10064E-F38C-4A29-9594-47E5BF542CAB}"/>
    <dgm:cxn modelId="{F279A1F2-6FD6-A44F-B622-86794D08B340}" type="presOf" srcId="{7BEF9578-E02E-417E-B904-CBF5A1FF7815}" destId="{16FABA3C-88A9-2B41-9E2D-7F9265443D04}" srcOrd="0" destOrd="0" presId="urn:microsoft.com/office/officeart/2005/8/layout/vProcess5"/>
    <dgm:cxn modelId="{4535B2F6-BD71-044B-90F5-2BABC8B93443}" type="presOf" srcId="{6ECDCE52-EEE2-41E7-9AEC-F71914C9DB37}" destId="{55C4DC23-7FC8-5440-B4E7-4151EF81C978}" srcOrd="0" destOrd="0" presId="urn:microsoft.com/office/officeart/2005/8/layout/vProcess5"/>
    <dgm:cxn modelId="{870F6FFC-50FE-5143-BCFD-51AF88C3663E}" type="presOf" srcId="{BC423086-BBA6-49DC-8786-00D5A43A9272}" destId="{3FA770D1-D50C-2E4D-AD4C-9A3618062DB3}" srcOrd="0" destOrd="0" presId="urn:microsoft.com/office/officeart/2005/8/layout/vProcess5"/>
    <dgm:cxn modelId="{8B2280FC-2117-0240-9366-9818634F71D6}" type="presParOf" srcId="{55C4DC23-7FC8-5440-B4E7-4151EF81C978}" destId="{3E1F4D90-7C63-2B42-BDB0-D2B4F5483241}" srcOrd="0" destOrd="0" presId="urn:microsoft.com/office/officeart/2005/8/layout/vProcess5"/>
    <dgm:cxn modelId="{354D46B4-8BC6-CE41-8A69-9DD320B12B08}" type="presParOf" srcId="{55C4DC23-7FC8-5440-B4E7-4151EF81C978}" destId="{3FA770D1-D50C-2E4D-AD4C-9A3618062DB3}" srcOrd="1" destOrd="0" presId="urn:microsoft.com/office/officeart/2005/8/layout/vProcess5"/>
    <dgm:cxn modelId="{8F30036A-F3FE-2B49-966F-340F1E8AFD7B}" type="presParOf" srcId="{55C4DC23-7FC8-5440-B4E7-4151EF81C978}" destId="{1DB97412-FA32-4E46-8569-D52B804FF4B3}" srcOrd="2" destOrd="0" presId="urn:microsoft.com/office/officeart/2005/8/layout/vProcess5"/>
    <dgm:cxn modelId="{668A3744-0152-AF45-A0D8-DF0520434CAE}" type="presParOf" srcId="{55C4DC23-7FC8-5440-B4E7-4151EF81C978}" destId="{C1D08F46-E69B-E641-9E6A-A3039022F80A}" srcOrd="3" destOrd="0" presId="urn:microsoft.com/office/officeart/2005/8/layout/vProcess5"/>
    <dgm:cxn modelId="{42E43DDF-88A8-B94E-89F3-E07F3EC3D64E}" type="presParOf" srcId="{55C4DC23-7FC8-5440-B4E7-4151EF81C978}" destId="{6815725B-62F2-E243-AEDB-9416B53548C4}" srcOrd="4" destOrd="0" presId="urn:microsoft.com/office/officeart/2005/8/layout/vProcess5"/>
    <dgm:cxn modelId="{3635998C-3F2F-0B49-9151-48136A7BFAF4}" type="presParOf" srcId="{55C4DC23-7FC8-5440-B4E7-4151EF81C978}" destId="{16FABA3C-88A9-2B41-9E2D-7F9265443D04}" srcOrd="5" destOrd="0" presId="urn:microsoft.com/office/officeart/2005/8/layout/vProcess5"/>
    <dgm:cxn modelId="{AF4CC843-9411-1D47-82FC-8AA58F4CFCFD}" type="presParOf" srcId="{55C4DC23-7FC8-5440-B4E7-4151EF81C978}" destId="{DDDD2395-D4A5-1940-818A-99E043EC9AF0}" srcOrd="6" destOrd="0" presId="urn:microsoft.com/office/officeart/2005/8/layout/vProcess5"/>
    <dgm:cxn modelId="{7122BA3B-756B-494D-A998-8081924E800D}" type="presParOf" srcId="{55C4DC23-7FC8-5440-B4E7-4151EF81C978}" destId="{9F291709-608B-8F44-920D-BC5C780F6921}" srcOrd="7" destOrd="0" presId="urn:microsoft.com/office/officeart/2005/8/layout/vProcess5"/>
    <dgm:cxn modelId="{B1A01A36-8589-9A44-9EF4-C11BC245167D}" type="presParOf" srcId="{55C4DC23-7FC8-5440-B4E7-4151EF81C978}" destId="{DFA2F175-BFCD-E740-8C08-249B90A31DEE}" srcOrd="8" destOrd="0" presId="urn:microsoft.com/office/officeart/2005/8/layout/vProcess5"/>
    <dgm:cxn modelId="{C7FA171C-DCA5-CB48-98EA-556ADFF4CF50}" type="presParOf" srcId="{55C4DC23-7FC8-5440-B4E7-4151EF81C978}" destId="{EAA3DE4B-78A3-C445-A19A-C47EA3389E87}" srcOrd="9" destOrd="0" presId="urn:microsoft.com/office/officeart/2005/8/layout/vProcess5"/>
    <dgm:cxn modelId="{55EEE058-6A2A-B44D-8310-AB721364742B}" type="presParOf" srcId="{55C4DC23-7FC8-5440-B4E7-4151EF81C978}" destId="{A1FC8800-84D0-2A44-BE8B-298FD3BC40D9}" srcOrd="10" destOrd="0" presId="urn:microsoft.com/office/officeart/2005/8/layout/vProcess5"/>
    <dgm:cxn modelId="{90F368D2-86FB-8144-A6AF-E6000BA4D22F}" type="presParOf" srcId="{55C4DC23-7FC8-5440-B4E7-4151EF81C978}" destId="{7FAFA3DB-6E9F-9446-ABFD-D17D96D37EF5}"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6A67C45-1730-469B-A7F6-CB2DC2CE0330}" type="doc">
      <dgm:prSet loTypeId="urn:microsoft.com/office/officeart/2018/5/layout/IconCircleLabelList" loCatId="icon" qsTypeId="urn:microsoft.com/office/officeart/2005/8/quickstyle/simple1#19" qsCatId="simple" csTypeId="urn:microsoft.com/office/officeart/2018/5/colors/Iconchunking_coloredtext_colorful1" csCatId="colorful" phldr="1"/>
      <dgm:spPr/>
      <dgm:t>
        <a:bodyPr/>
        <a:lstStyle/>
        <a:p>
          <a:endParaRPr lang="en-US"/>
        </a:p>
      </dgm:t>
    </dgm:pt>
    <dgm:pt modelId="{41414174-FC0C-43EA-AC29-13BC102028E7}">
      <dgm:prSet/>
      <dgm:spPr/>
      <dgm:t>
        <a:bodyPr/>
        <a:lstStyle/>
        <a:p>
          <a:pPr>
            <a:defRPr cap="all"/>
          </a:pPr>
          <a:r>
            <a:rPr lang="en-US"/>
            <a:t>Imaginar un proceso de staffing que tome días, no semanas</a:t>
          </a:r>
        </a:p>
      </dgm:t>
    </dgm:pt>
    <dgm:pt modelId="{16D8396D-FEA3-4ADA-B428-B862E40F3E57}" type="parTrans" cxnId="{5CDD3687-0746-4EF6-8C6D-F88982EEAF36}">
      <dgm:prSet/>
      <dgm:spPr/>
      <dgm:t>
        <a:bodyPr/>
        <a:lstStyle/>
        <a:p>
          <a:endParaRPr lang="en-US"/>
        </a:p>
      </dgm:t>
    </dgm:pt>
    <dgm:pt modelId="{A27DAF97-0D7F-4A6F-9464-233490C152EF}" type="sibTrans" cxnId="{5CDD3687-0746-4EF6-8C6D-F88982EEAF36}">
      <dgm:prSet/>
      <dgm:spPr/>
      <dgm:t>
        <a:bodyPr/>
        <a:lstStyle/>
        <a:p>
          <a:endParaRPr lang="en-US"/>
        </a:p>
      </dgm:t>
    </dgm:pt>
    <dgm:pt modelId="{7415D29F-13DA-47D8-8FD3-0CB9AF6B9EBE}">
      <dgm:prSet/>
      <dgm:spPr/>
      <dgm:t>
        <a:bodyPr/>
        <a:lstStyle/>
        <a:p>
          <a:pPr>
            <a:defRPr cap="all"/>
          </a:pPr>
          <a:r>
            <a:rPr lang="en-US"/>
            <a:t>Equipos técnicos armados con precisión basada en datos, no en intuición</a:t>
          </a:r>
        </a:p>
      </dgm:t>
    </dgm:pt>
    <dgm:pt modelId="{AFFE1A40-627A-45F0-8812-DC06C92B9F31}" type="parTrans" cxnId="{B339CF49-C43B-4243-8818-3E7E983A0311}">
      <dgm:prSet/>
      <dgm:spPr/>
      <dgm:t>
        <a:bodyPr/>
        <a:lstStyle/>
        <a:p>
          <a:endParaRPr lang="en-US"/>
        </a:p>
      </dgm:t>
    </dgm:pt>
    <dgm:pt modelId="{D744FB65-0409-42FB-9CA5-DF918CE1351E}" type="sibTrans" cxnId="{B339CF49-C43B-4243-8818-3E7E983A0311}">
      <dgm:prSet/>
      <dgm:spPr/>
      <dgm:t>
        <a:bodyPr/>
        <a:lstStyle/>
        <a:p>
          <a:endParaRPr lang="en-US"/>
        </a:p>
      </dgm:t>
    </dgm:pt>
    <dgm:pt modelId="{A2825A32-4751-48A5-9031-01E49767E7F4}">
      <dgm:prSet/>
      <dgm:spPr/>
      <dgm:t>
        <a:bodyPr/>
        <a:lstStyle/>
        <a:p>
          <a:pPr>
            <a:defRPr cap="all"/>
          </a:pPr>
          <a:r>
            <a:rPr lang="en-US"/>
            <a:t>Visibilidad total del pipeline de talento en tiempo real</a:t>
          </a:r>
        </a:p>
      </dgm:t>
    </dgm:pt>
    <dgm:pt modelId="{A419278C-1D04-4684-9B4B-72E419F56C7D}" type="parTrans" cxnId="{38BAA9F3-2CF0-4879-BF78-3EAE5892F1D1}">
      <dgm:prSet/>
      <dgm:spPr/>
      <dgm:t>
        <a:bodyPr/>
        <a:lstStyle/>
        <a:p>
          <a:endParaRPr lang="en-US"/>
        </a:p>
      </dgm:t>
    </dgm:pt>
    <dgm:pt modelId="{1513083D-12F7-4346-925A-48462675B2C7}" type="sibTrans" cxnId="{38BAA9F3-2CF0-4879-BF78-3EAE5892F1D1}">
      <dgm:prSet/>
      <dgm:spPr/>
      <dgm:t>
        <a:bodyPr/>
        <a:lstStyle/>
        <a:p>
          <a:endParaRPr lang="en-US"/>
        </a:p>
      </dgm:t>
    </dgm:pt>
    <dgm:pt modelId="{D0DEC395-7428-4265-BD14-7E6108D4F6DB}">
      <dgm:prSet/>
      <dgm:spPr/>
      <dgm:t>
        <a:bodyPr/>
        <a:lstStyle/>
        <a:p>
          <a:pPr>
            <a:defRPr cap="all"/>
          </a:pPr>
          <a:r>
            <a:rPr lang="en-US"/>
            <a:t>Chile como referente regional en innovación de talent management dentro de IBM Consulting</a:t>
          </a:r>
        </a:p>
      </dgm:t>
    </dgm:pt>
    <dgm:pt modelId="{9F1C9ABB-B299-4C3F-B562-668B7DF20C3C}" type="parTrans" cxnId="{F3C24647-FA30-4247-BE5F-E6DDD154F080}">
      <dgm:prSet/>
      <dgm:spPr/>
      <dgm:t>
        <a:bodyPr/>
        <a:lstStyle/>
        <a:p>
          <a:endParaRPr lang="en-US"/>
        </a:p>
      </dgm:t>
    </dgm:pt>
    <dgm:pt modelId="{35D3C499-782B-4730-A1FB-B2F8823068C7}" type="sibTrans" cxnId="{F3C24647-FA30-4247-BE5F-E6DDD154F080}">
      <dgm:prSet/>
      <dgm:spPr/>
      <dgm:t>
        <a:bodyPr/>
        <a:lstStyle/>
        <a:p>
          <a:endParaRPr lang="en-US"/>
        </a:p>
      </dgm:t>
    </dgm:pt>
    <dgm:pt modelId="{D3356F9C-3BEB-43DD-B6A3-59E384A421C3}" type="pres">
      <dgm:prSet presAssocID="{F6A67C45-1730-469B-A7F6-CB2DC2CE0330}" presName="root" presStyleCnt="0">
        <dgm:presLayoutVars>
          <dgm:dir/>
          <dgm:resizeHandles val="exact"/>
        </dgm:presLayoutVars>
      </dgm:prSet>
      <dgm:spPr/>
    </dgm:pt>
    <dgm:pt modelId="{B452D02A-C0E0-4B97-95C7-B1F4CFCB1491}" type="pres">
      <dgm:prSet presAssocID="{41414174-FC0C-43EA-AC29-13BC102028E7}" presName="compNode" presStyleCnt="0"/>
      <dgm:spPr/>
    </dgm:pt>
    <dgm:pt modelId="{36B4FEDB-C9EC-4306-88B6-E0CA317F8404}" type="pres">
      <dgm:prSet presAssocID="{41414174-FC0C-43EA-AC29-13BC102028E7}" presName="iconBgRect" presStyleLbl="bgShp" presStyleIdx="0" presStyleCnt="4"/>
      <dgm:spPr/>
    </dgm:pt>
    <dgm:pt modelId="{204E5B80-293E-4888-8965-484C2BB3E0E4}" type="pres">
      <dgm:prSet presAssocID="{41414174-FC0C-43EA-AC29-13BC102028E7}"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lujo de trabajo"/>
        </a:ext>
      </dgm:extLst>
    </dgm:pt>
    <dgm:pt modelId="{9D2A6E10-7C06-41D7-B3F6-50478F4B9394}" type="pres">
      <dgm:prSet presAssocID="{41414174-FC0C-43EA-AC29-13BC102028E7}" presName="spaceRect" presStyleCnt="0"/>
      <dgm:spPr/>
    </dgm:pt>
    <dgm:pt modelId="{4457EDE6-21AE-4D32-8CEC-205C6418BD0E}" type="pres">
      <dgm:prSet presAssocID="{41414174-FC0C-43EA-AC29-13BC102028E7}" presName="textRect" presStyleLbl="revTx" presStyleIdx="0" presStyleCnt="4">
        <dgm:presLayoutVars>
          <dgm:chMax val="1"/>
          <dgm:chPref val="1"/>
        </dgm:presLayoutVars>
      </dgm:prSet>
      <dgm:spPr/>
    </dgm:pt>
    <dgm:pt modelId="{4EFADD7F-0E97-4C3A-ABED-B456371D6EB3}" type="pres">
      <dgm:prSet presAssocID="{A27DAF97-0D7F-4A6F-9464-233490C152EF}" presName="sibTrans" presStyleCnt="0"/>
      <dgm:spPr/>
    </dgm:pt>
    <dgm:pt modelId="{5A515950-CE31-4087-BFEB-979DDD47A3F8}" type="pres">
      <dgm:prSet presAssocID="{7415D29F-13DA-47D8-8FD3-0CB9AF6B9EBE}" presName="compNode" presStyleCnt="0"/>
      <dgm:spPr/>
    </dgm:pt>
    <dgm:pt modelId="{D53CED37-54F4-44DD-BFA5-5BAD63351332}" type="pres">
      <dgm:prSet presAssocID="{7415D29F-13DA-47D8-8FD3-0CB9AF6B9EBE}" presName="iconBgRect" presStyleLbl="bgShp" presStyleIdx="1" presStyleCnt="4"/>
      <dgm:spPr/>
    </dgm:pt>
    <dgm:pt modelId="{B120042E-2574-4C7A-B09E-9FCD9D6970F8}" type="pres">
      <dgm:prSet presAssocID="{7415D29F-13DA-47D8-8FD3-0CB9AF6B9EBE}"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rramientas"/>
        </a:ext>
      </dgm:extLst>
    </dgm:pt>
    <dgm:pt modelId="{F98A0F63-DF61-49E2-9F03-2D8EE053FE31}" type="pres">
      <dgm:prSet presAssocID="{7415D29F-13DA-47D8-8FD3-0CB9AF6B9EBE}" presName="spaceRect" presStyleCnt="0"/>
      <dgm:spPr/>
    </dgm:pt>
    <dgm:pt modelId="{78125997-905C-4002-A826-2DFD8B3108F0}" type="pres">
      <dgm:prSet presAssocID="{7415D29F-13DA-47D8-8FD3-0CB9AF6B9EBE}" presName="textRect" presStyleLbl="revTx" presStyleIdx="1" presStyleCnt="4">
        <dgm:presLayoutVars>
          <dgm:chMax val="1"/>
          <dgm:chPref val="1"/>
        </dgm:presLayoutVars>
      </dgm:prSet>
      <dgm:spPr/>
    </dgm:pt>
    <dgm:pt modelId="{4B0CE491-15ED-4C56-9473-1C84E3FB86F0}" type="pres">
      <dgm:prSet presAssocID="{D744FB65-0409-42FB-9CA5-DF918CE1351E}" presName="sibTrans" presStyleCnt="0"/>
      <dgm:spPr/>
    </dgm:pt>
    <dgm:pt modelId="{40237AFD-7099-4F93-9277-EBEE18CF3679}" type="pres">
      <dgm:prSet presAssocID="{A2825A32-4751-48A5-9031-01E49767E7F4}" presName="compNode" presStyleCnt="0"/>
      <dgm:spPr/>
    </dgm:pt>
    <dgm:pt modelId="{C4BA8221-3ABB-48A5-B25D-E79EBB51BFB3}" type="pres">
      <dgm:prSet presAssocID="{A2825A32-4751-48A5-9031-01E49767E7F4}" presName="iconBgRect" presStyleLbl="bgShp" presStyleIdx="2" presStyleCnt="4"/>
      <dgm:spPr/>
    </dgm:pt>
    <dgm:pt modelId="{F0BF1AE0-1DFF-4E12-956D-7A47F161C9BA}" type="pres">
      <dgm:prSet presAssocID="{A2825A32-4751-48A5-9031-01E49767E7F4}"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rupo"/>
        </a:ext>
      </dgm:extLst>
    </dgm:pt>
    <dgm:pt modelId="{0D2C0828-AAC2-4623-9C88-49ED68F5FFA4}" type="pres">
      <dgm:prSet presAssocID="{A2825A32-4751-48A5-9031-01E49767E7F4}" presName="spaceRect" presStyleCnt="0"/>
      <dgm:spPr/>
    </dgm:pt>
    <dgm:pt modelId="{7862C7EA-A6A4-44DD-AD38-6A44EB8913B1}" type="pres">
      <dgm:prSet presAssocID="{A2825A32-4751-48A5-9031-01E49767E7F4}" presName="textRect" presStyleLbl="revTx" presStyleIdx="2" presStyleCnt="4">
        <dgm:presLayoutVars>
          <dgm:chMax val="1"/>
          <dgm:chPref val="1"/>
        </dgm:presLayoutVars>
      </dgm:prSet>
      <dgm:spPr/>
    </dgm:pt>
    <dgm:pt modelId="{ACA0034A-A23D-45F4-AECA-20B696CCA5CC}" type="pres">
      <dgm:prSet presAssocID="{1513083D-12F7-4346-925A-48462675B2C7}" presName="sibTrans" presStyleCnt="0"/>
      <dgm:spPr/>
    </dgm:pt>
    <dgm:pt modelId="{86AE5553-C7C6-4669-A340-9CB137E90285}" type="pres">
      <dgm:prSet presAssocID="{D0DEC395-7428-4265-BD14-7E6108D4F6DB}" presName="compNode" presStyleCnt="0"/>
      <dgm:spPr/>
    </dgm:pt>
    <dgm:pt modelId="{97B3EA99-2A69-4DAB-A2D4-C15D3747EBB6}" type="pres">
      <dgm:prSet presAssocID="{D0DEC395-7428-4265-BD14-7E6108D4F6DB}" presName="iconBgRect" presStyleLbl="bgShp" presStyleIdx="3" presStyleCnt="4"/>
      <dgm:spPr/>
    </dgm:pt>
    <dgm:pt modelId="{04F77CD5-4F2E-4566-B081-E5DF5B1D187D}" type="pres">
      <dgm:prSet presAssocID="{D0DEC395-7428-4265-BD14-7E6108D4F6DB}"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rcador"/>
        </a:ext>
      </dgm:extLst>
    </dgm:pt>
    <dgm:pt modelId="{86AB680A-15E5-4AC0-8F89-53750FB4BF7B}" type="pres">
      <dgm:prSet presAssocID="{D0DEC395-7428-4265-BD14-7E6108D4F6DB}" presName="spaceRect" presStyleCnt="0"/>
      <dgm:spPr/>
    </dgm:pt>
    <dgm:pt modelId="{15FD26C2-9FD3-49A1-A549-593F0F40022A}" type="pres">
      <dgm:prSet presAssocID="{D0DEC395-7428-4265-BD14-7E6108D4F6DB}" presName="textRect" presStyleLbl="revTx" presStyleIdx="3" presStyleCnt="4">
        <dgm:presLayoutVars>
          <dgm:chMax val="1"/>
          <dgm:chPref val="1"/>
        </dgm:presLayoutVars>
      </dgm:prSet>
      <dgm:spPr/>
    </dgm:pt>
  </dgm:ptLst>
  <dgm:cxnLst>
    <dgm:cxn modelId="{7273041D-D369-4215-87AF-2BD6A2F372ED}" type="presOf" srcId="{A2825A32-4751-48A5-9031-01E49767E7F4}" destId="{7862C7EA-A6A4-44DD-AD38-6A44EB8913B1}" srcOrd="0" destOrd="0" presId="urn:microsoft.com/office/officeart/2018/5/layout/IconCircleLabelList"/>
    <dgm:cxn modelId="{4C6CC32F-27E7-4E01-8564-212EA4781C96}" type="presOf" srcId="{D0DEC395-7428-4265-BD14-7E6108D4F6DB}" destId="{15FD26C2-9FD3-49A1-A549-593F0F40022A}" srcOrd="0" destOrd="0" presId="urn:microsoft.com/office/officeart/2018/5/layout/IconCircleLabelList"/>
    <dgm:cxn modelId="{F3C24647-FA30-4247-BE5F-E6DDD154F080}" srcId="{F6A67C45-1730-469B-A7F6-CB2DC2CE0330}" destId="{D0DEC395-7428-4265-BD14-7E6108D4F6DB}" srcOrd="3" destOrd="0" parTransId="{9F1C9ABB-B299-4C3F-B562-668B7DF20C3C}" sibTransId="{35D3C499-782B-4730-A1FB-B2F8823068C7}"/>
    <dgm:cxn modelId="{B339CF49-C43B-4243-8818-3E7E983A0311}" srcId="{F6A67C45-1730-469B-A7F6-CB2DC2CE0330}" destId="{7415D29F-13DA-47D8-8FD3-0CB9AF6B9EBE}" srcOrd="1" destOrd="0" parTransId="{AFFE1A40-627A-45F0-8812-DC06C92B9F31}" sibTransId="{D744FB65-0409-42FB-9CA5-DF918CE1351E}"/>
    <dgm:cxn modelId="{4C5E104E-EDEB-4E4F-BEA7-8C72AAEE67B1}" type="presOf" srcId="{F6A67C45-1730-469B-A7F6-CB2DC2CE0330}" destId="{D3356F9C-3BEB-43DD-B6A3-59E384A421C3}" srcOrd="0" destOrd="0" presId="urn:microsoft.com/office/officeart/2018/5/layout/IconCircleLabelList"/>
    <dgm:cxn modelId="{CA7A8450-9312-4B7D-9B0A-0B2651B4AD31}" type="presOf" srcId="{41414174-FC0C-43EA-AC29-13BC102028E7}" destId="{4457EDE6-21AE-4D32-8CEC-205C6418BD0E}" srcOrd="0" destOrd="0" presId="urn:microsoft.com/office/officeart/2018/5/layout/IconCircleLabelList"/>
    <dgm:cxn modelId="{5CDD3687-0746-4EF6-8C6D-F88982EEAF36}" srcId="{F6A67C45-1730-469B-A7F6-CB2DC2CE0330}" destId="{41414174-FC0C-43EA-AC29-13BC102028E7}" srcOrd="0" destOrd="0" parTransId="{16D8396D-FEA3-4ADA-B428-B862E40F3E57}" sibTransId="{A27DAF97-0D7F-4A6F-9464-233490C152EF}"/>
    <dgm:cxn modelId="{B935E090-70E7-49D5-8345-955043DA35AA}" type="presOf" srcId="{7415D29F-13DA-47D8-8FD3-0CB9AF6B9EBE}" destId="{78125997-905C-4002-A826-2DFD8B3108F0}" srcOrd="0" destOrd="0" presId="urn:microsoft.com/office/officeart/2018/5/layout/IconCircleLabelList"/>
    <dgm:cxn modelId="{38BAA9F3-2CF0-4879-BF78-3EAE5892F1D1}" srcId="{F6A67C45-1730-469B-A7F6-CB2DC2CE0330}" destId="{A2825A32-4751-48A5-9031-01E49767E7F4}" srcOrd="2" destOrd="0" parTransId="{A419278C-1D04-4684-9B4B-72E419F56C7D}" sibTransId="{1513083D-12F7-4346-925A-48462675B2C7}"/>
    <dgm:cxn modelId="{2CB5488F-E14A-4C12-9D79-F9279EA417D7}" type="presParOf" srcId="{D3356F9C-3BEB-43DD-B6A3-59E384A421C3}" destId="{B452D02A-C0E0-4B97-95C7-B1F4CFCB1491}" srcOrd="0" destOrd="0" presId="urn:microsoft.com/office/officeart/2018/5/layout/IconCircleLabelList"/>
    <dgm:cxn modelId="{79FCC99C-94C1-4850-8490-E023925389D7}" type="presParOf" srcId="{B452D02A-C0E0-4B97-95C7-B1F4CFCB1491}" destId="{36B4FEDB-C9EC-4306-88B6-E0CA317F8404}" srcOrd="0" destOrd="0" presId="urn:microsoft.com/office/officeart/2018/5/layout/IconCircleLabelList"/>
    <dgm:cxn modelId="{B4C42966-D07B-4535-9B3F-458106429B2F}" type="presParOf" srcId="{B452D02A-C0E0-4B97-95C7-B1F4CFCB1491}" destId="{204E5B80-293E-4888-8965-484C2BB3E0E4}" srcOrd="1" destOrd="0" presId="urn:microsoft.com/office/officeart/2018/5/layout/IconCircleLabelList"/>
    <dgm:cxn modelId="{81A1F90A-D987-4C64-94FF-14272F09A6E6}" type="presParOf" srcId="{B452D02A-C0E0-4B97-95C7-B1F4CFCB1491}" destId="{9D2A6E10-7C06-41D7-B3F6-50478F4B9394}" srcOrd="2" destOrd="0" presId="urn:microsoft.com/office/officeart/2018/5/layout/IconCircleLabelList"/>
    <dgm:cxn modelId="{092F2E6F-2BE6-4AFA-B1FE-EEE41E67B8F0}" type="presParOf" srcId="{B452D02A-C0E0-4B97-95C7-B1F4CFCB1491}" destId="{4457EDE6-21AE-4D32-8CEC-205C6418BD0E}" srcOrd="3" destOrd="0" presId="urn:microsoft.com/office/officeart/2018/5/layout/IconCircleLabelList"/>
    <dgm:cxn modelId="{A014958E-ABBB-4D7B-8255-4EFB11FE7416}" type="presParOf" srcId="{D3356F9C-3BEB-43DD-B6A3-59E384A421C3}" destId="{4EFADD7F-0E97-4C3A-ABED-B456371D6EB3}" srcOrd="1" destOrd="0" presId="urn:microsoft.com/office/officeart/2018/5/layout/IconCircleLabelList"/>
    <dgm:cxn modelId="{2268D3B6-2FE0-4948-BE0F-B2126F943284}" type="presParOf" srcId="{D3356F9C-3BEB-43DD-B6A3-59E384A421C3}" destId="{5A515950-CE31-4087-BFEB-979DDD47A3F8}" srcOrd="2" destOrd="0" presId="urn:microsoft.com/office/officeart/2018/5/layout/IconCircleLabelList"/>
    <dgm:cxn modelId="{E9446AD4-A2A0-454A-9685-B005A4C30B2D}" type="presParOf" srcId="{5A515950-CE31-4087-BFEB-979DDD47A3F8}" destId="{D53CED37-54F4-44DD-BFA5-5BAD63351332}" srcOrd="0" destOrd="0" presId="urn:microsoft.com/office/officeart/2018/5/layout/IconCircleLabelList"/>
    <dgm:cxn modelId="{44C36E02-1D0D-456B-B74E-3B40696ABC5C}" type="presParOf" srcId="{5A515950-CE31-4087-BFEB-979DDD47A3F8}" destId="{B120042E-2574-4C7A-B09E-9FCD9D6970F8}" srcOrd="1" destOrd="0" presId="urn:microsoft.com/office/officeart/2018/5/layout/IconCircleLabelList"/>
    <dgm:cxn modelId="{5B143FDC-11E6-4AA9-8D70-6A3F2EF8ADC9}" type="presParOf" srcId="{5A515950-CE31-4087-BFEB-979DDD47A3F8}" destId="{F98A0F63-DF61-49E2-9F03-2D8EE053FE31}" srcOrd="2" destOrd="0" presId="urn:microsoft.com/office/officeart/2018/5/layout/IconCircleLabelList"/>
    <dgm:cxn modelId="{E0DAE7AB-42D6-4670-A845-31DE0832070B}" type="presParOf" srcId="{5A515950-CE31-4087-BFEB-979DDD47A3F8}" destId="{78125997-905C-4002-A826-2DFD8B3108F0}" srcOrd="3" destOrd="0" presId="urn:microsoft.com/office/officeart/2018/5/layout/IconCircleLabelList"/>
    <dgm:cxn modelId="{802E0DA9-CC25-47DD-9033-7A68B03E9FD5}" type="presParOf" srcId="{D3356F9C-3BEB-43DD-B6A3-59E384A421C3}" destId="{4B0CE491-15ED-4C56-9473-1C84E3FB86F0}" srcOrd="3" destOrd="0" presId="urn:microsoft.com/office/officeart/2018/5/layout/IconCircleLabelList"/>
    <dgm:cxn modelId="{60D834D8-5816-40ED-A670-ED9F8D863F3B}" type="presParOf" srcId="{D3356F9C-3BEB-43DD-B6A3-59E384A421C3}" destId="{40237AFD-7099-4F93-9277-EBEE18CF3679}" srcOrd="4" destOrd="0" presId="urn:microsoft.com/office/officeart/2018/5/layout/IconCircleLabelList"/>
    <dgm:cxn modelId="{DB08DCA5-5665-4248-B667-92C3D0A990BD}" type="presParOf" srcId="{40237AFD-7099-4F93-9277-EBEE18CF3679}" destId="{C4BA8221-3ABB-48A5-B25D-E79EBB51BFB3}" srcOrd="0" destOrd="0" presId="urn:microsoft.com/office/officeart/2018/5/layout/IconCircleLabelList"/>
    <dgm:cxn modelId="{8352ABE5-096A-4E33-8A0C-091A9EB743E6}" type="presParOf" srcId="{40237AFD-7099-4F93-9277-EBEE18CF3679}" destId="{F0BF1AE0-1DFF-4E12-956D-7A47F161C9BA}" srcOrd="1" destOrd="0" presId="urn:microsoft.com/office/officeart/2018/5/layout/IconCircleLabelList"/>
    <dgm:cxn modelId="{334FF210-DAD1-4AC2-992D-91AF63EFFEE8}" type="presParOf" srcId="{40237AFD-7099-4F93-9277-EBEE18CF3679}" destId="{0D2C0828-AAC2-4623-9C88-49ED68F5FFA4}" srcOrd="2" destOrd="0" presId="urn:microsoft.com/office/officeart/2018/5/layout/IconCircleLabelList"/>
    <dgm:cxn modelId="{F63436B4-6433-4D1C-84B1-1A24B326F4B3}" type="presParOf" srcId="{40237AFD-7099-4F93-9277-EBEE18CF3679}" destId="{7862C7EA-A6A4-44DD-AD38-6A44EB8913B1}" srcOrd="3" destOrd="0" presId="urn:microsoft.com/office/officeart/2018/5/layout/IconCircleLabelList"/>
    <dgm:cxn modelId="{EA9F765D-247F-4819-9620-D471C4627AF9}" type="presParOf" srcId="{D3356F9C-3BEB-43DD-B6A3-59E384A421C3}" destId="{ACA0034A-A23D-45F4-AECA-20B696CCA5CC}" srcOrd="5" destOrd="0" presId="urn:microsoft.com/office/officeart/2018/5/layout/IconCircleLabelList"/>
    <dgm:cxn modelId="{BE4A8405-C242-43F5-86F5-544E7E9EEEDC}" type="presParOf" srcId="{D3356F9C-3BEB-43DD-B6A3-59E384A421C3}" destId="{86AE5553-C7C6-4669-A340-9CB137E90285}" srcOrd="6" destOrd="0" presId="urn:microsoft.com/office/officeart/2018/5/layout/IconCircleLabelList"/>
    <dgm:cxn modelId="{1BAC1B49-6C48-4E56-ABC0-0C68F00D87DC}" type="presParOf" srcId="{86AE5553-C7C6-4669-A340-9CB137E90285}" destId="{97B3EA99-2A69-4DAB-A2D4-C15D3747EBB6}" srcOrd="0" destOrd="0" presId="urn:microsoft.com/office/officeart/2018/5/layout/IconCircleLabelList"/>
    <dgm:cxn modelId="{33CC3484-1845-4DFE-AD14-57511E43C953}" type="presParOf" srcId="{86AE5553-C7C6-4669-A340-9CB137E90285}" destId="{04F77CD5-4F2E-4566-B081-E5DF5B1D187D}" srcOrd="1" destOrd="0" presId="urn:microsoft.com/office/officeart/2018/5/layout/IconCircleLabelList"/>
    <dgm:cxn modelId="{7B6F1984-7E79-419A-BE3C-25ECB66BF17A}" type="presParOf" srcId="{86AE5553-C7C6-4669-A340-9CB137E90285}" destId="{86AB680A-15E5-4AC0-8F89-53750FB4BF7B}" srcOrd="2" destOrd="0" presId="urn:microsoft.com/office/officeart/2018/5/layout/IconCircleLabelList"/>
    <dgm:cxn modelId="{52830862-D0E8-4399-AAFD-9398F375D7A8}" type="presParOf" srcId="{86AE5553-C7C6-4669-A340-9CB137E90285}" destId="{15FD26C2-9FD3-49A1-A549-593F0F40022A}"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6FDEEE3-7E6B-45C3-AB46-1C6F0690ACD8}" type="doc">
      <dgm:prSet loTypeId="urn:microsoft.com/office/officeart/2005/8/layout/hierarchy1" loCatId="hierarchy" qsTypeId="urn:microsoft.com/office/officeart/2005/8/quickstyle/simple1#35" qsCatId="simple" csTypeId="urn:microsoft.com/office/officeart/2005/8/colors/colorful2#10" csCatId="colorful"/>
      <dgm:spPr/>
      <dgm:t>
        <a:bodyPr/>
        <a:lstStyle/>
        <a:p>
          <a:endParaRPr lang="en-US"/>
        </a:p>
      </dgm:t>
    </dgm:pt>
    <dgm:pt modelId="{95C6CEB5-5D61-4D5F-96BF-2DE5D66865C2}">
      <dgm:prSet/>
      <dgm:spPr/>
      <dgm:t>
        <a:bodyPr/>
        <a:lstStyle/>
        <a:p>
          <a:r>
            <a:rPr lang="en-US"/>
            <a:t>Arquitectura ya construida y funcional (MVP validado)</a:t>
          </a:r>
        </a:p>
      </dgm:t>
    </dgm:pt>
    <dgm:pt modelId="{1F75ECE7-01CA-4353-B9A1-57939AD5065E}" type="parTrans" cxnId="{154383F3-898E-48CF-A28B-F158DEF39BB4}">
      <dgm:prSet/>
      <dgm:spPr/>
      <dgm:t>
        <a:bodyPr/>
        <a:lstStyle/>
        <a:p>
          <a:endParaRPr lang="en-US"/>
        </a:p>
      </dgm:t>
    </dgm:pt>
    <dgm:pt modelId="{1C7A581F-399C-4C8B-8D80-7FD0A9E09A65}" type="sibTrans" cxnId="{154383F3-898E-48CF-A28B-F158DEF39BB4}">
      <dgm:prSet/>
      <dgm:spPr/>
      <dgm:t>
        <a:bodyPr/>
        <a:lstStyle/>
        <a:p>
          <a:endParaRPr lang="en-US"/>
        </a:p>
      </dgm:t>
    </dgm:pt>
    <dgm:pt modelId="{FD34B9E4-7BB0-4122-A598-558376BFD1DE}">
      <dgm:prSet/>
      <dgm:spPr/>
      <dgm:t>
        <a:bodyPr/>
        <a:lstStyle/>
        <a:p>
          <a:r>
            <a:rPr lang="en-US"/>
            <a:t>Features clave: matching automatizado, scoring de habilidades, dashboard ejecutivo</a:t>
          </a:r>
        </a:p>
      </dgm:t>
    </dgm:pt>
    <dgm:pt modelId="{F263456B-F76E-41E5-81E5-09DF6589E3BE}" type="parTrans" cxnId="{2F9A3C76-4636-4751-8302-B1F3E7030174}">
      <dgm:prSet/>
      <dgm:spPr/>
      <dgm:t>
        <a:bodyPr/>
        <a:lstStyle/>
        <a:p>
          <a:endParaRPr lang="en-US"/>
        </a:p>
      </dgm:t>
    </dgm:pt>
    <dgm:pt modelId="{CA75B05F-271A-4883-A768-72568E96A386}" type="sibTrans" cxnId="{2F9A3C76-4636-4751-8302-B1F3E7030174}">
      <dgm:prSet/>
      <dgm:spPr/>
      <dgm:t>
        <a:bodyPr/>
        <a:lstStyle/>
        <a:p>
          <a:endParaRPr lang="en-US"/>
        </a:p>
      </dgm:t>
    </dgm:pt>
    <dgm:pt modelId="{40684869-E987-472E-B167-94FF999531B9}">
      <dgm:prSet/>
      <dgm:spPr/>
      <dgm:t>
        <a:bodyPr/>
        <a:lstStyle/>
        <a:p>
          <a:r>
            <a:rPr lang="en-US"/>
            <a:t>Benchmark interno: reducción de 18 días a 5 días en ciclo de selección</a:t>
          </a:r>
        </a:p>
      </dgm:t>
    </dgm:pt>
    <dgm:pt modelId="{CD0FEE40-F195-4049-802A-2EA40ACAAE17}" type="parTrans" cxnId="{F7639B60-078F-4A35-BBDA-6868CBD5A2FD}">
      <dgm:prSet/>
      <dgm:spPr/>
      <dgm:t>
        <a:bodyPr/>
        <a:lstStyle/>
        <a:p>
          <a:endParaRPr lang="en-US"/>
        </a:p>
      </dgm:t>
    </dgm:pt>
    <dgm:pt modelId="{AF7A8BA1-CB74-49BB-9F06-1C2EA47CFF6F}" type="sibTrans" cxnId="{F7639B60-078F-4A35-BBDA-6868CBD5A2FD}">
      <dgm:prSet/>
      <dgm:spPr/>
      <dgm:t>
        <a:bodyPr/>
        <a:lstStyle/>
        <a:p>
          <a:endParaRPr lang="en-US"/>
        </a:p>
      </dgm:t>
    </dgm:pt>
    <dgm:pt modelId="{0A01A08A-3A5A-4A7A-AA94-F7DED43C3BA0}">
      <dgm:prSet/>
      <dgm:spPr/>
      <dgm:t>
        <a:bodyPr/>
        <a:lstStyle/>
        <a:p>
          <a:r>
            <a:rPr lang="en-US"/>
            <a:t>Validado con casos reales de staffing en proyectos actuales</a:t>
          </a:r>
        </a:p>
      </dgm:t>
    </dgm:pt>
    <dgm:pt modelId="{3C517B55-D202-476C-8CAE-04ECE2F5290E}" type="parTrans" cxnId="{AB384438-D91C-4650-AAF1-BE700E254693}">
      <dgm:prSet/>
      <dgm:spPr/>
      <dgm:t>
        <a:bodyPr/>
        <a:lstStyle/>
        <a:p>
          <a:endParaRPr lang="en-US"/>
        </a:p>
      </dgm:t>
    </dgm:pt>
    <dgm:pt modelId="{9C383E02-B59B-4A85-88AD-661E6743E395}" type="sibTrans" cxnId="{AB384438-D91C-4650-AAF1-BE700E254693}">
      <dgm:prSet/>
      <dgm:spPr/>
      <dgm:t>
        <a:bodyPr/>
        <a:lstStyle/>
        <a:p>
          <a:endParaRPr lang="en-US"/>
        </a:p>
      </dgm:t>
    </dgm:pt>
    <dgm:pt modelId="{CCB8F65F-7F7A-5048-A25D-6ECBC453833C}" type="pres">
      <dgm:prSet presAssocID="{86FDEEE3-7E6B-45C3-AB46-1C6F0690ACD8}" presName="hierChild1" presStyleCnt="0">
        <dgm:presLayoutVars>
          <dgm:chPref val="1"/>
          <dgm:dir/>
          <dgm:animOne val="branch"/>
          <dgm:animLvl val="lvl"/>
          <dgm:resizeHandles/>
        </dgm:presLayoutVars>
      </dgm:prSet>
      <dgm:spPr/>
    </dgm:pt>
    <dgm:pt modelId="{5C39BFC0-4A45-7A4B-B9F9-1CA78E86BD5E}" type="pres">
      <dgm:prSet presAssocID="{95C6CEB5-5D61-4D5F-96BF-2DE5D66865C2}" presName="hierRoot1" presStyleCnt="0"/>
      <dgm:spPr/>
    </dgm:pt>
    <dgm:pt modelId="{1BC82440-360E-704A-A070-F27D109BA657}" type="pres">
      <dgm:prSet presAssocID="{95C6CEB5-5D61-4D5F-96BF-2DE5D66865C2}" presName="composite" presStyleCnt="0"/>
      <dgm:spPr/>
    </dgm:pt>
    <dgm:pt modelId="{D363ED46-9001-E544-B417-6D7F711B3E45}" type="pres">
      <dgm:prSet presAssocID="{95C6CEB5-5D61-4D5F-96BF-2DE5D66865C2}" presName="background" presStyleLbl="node0" presStyleIdx="0" presStyleCnt="4"/>
      <dgm:spPr/>
    </dgm:pt>
    <dgm:pt modelId="{0DFF99DF-EC33-4C4F-9D8E-18B6D36CD440}" type="pres">
      <dgm:prSet presAssocID="{95C6CEB5-5D61-4D5F-96BF-2DE5D66865C2}" presName="text" presStyleLbl="fgAcc0" presStyleIdx="0" presStyleCnt="4">
        <dgm:presLayoutVars>
          <dgm:chPref val="3"/>
        </dgm:presLayoutVars>
      </dgm:prSet>
      <dgm:spPr/>
    </dgm:pt>
    <dgm:pt modelId="{3DCB2815-9B2D-E44D-9E12-3F549BB15B03}" type="pres">
      <dgm:prSet presAssocID="{95C6CEB5-5D61-4D5F-96BF-2DE5D66865C2}" presName="hierChild2" presStyleCnt="0"/>
      <dgm:spPr/>
    </dgm:pt>
    <dgm:pt modelId="{DAEDD9B1-0C80-394C-AF61-E237281B87E0}" type="pres">
      <dgm:prSet presAssocID="{FD34B9E4-7BB0-4122-A598-558376BFD1DE}" presName="hierRoot1" presStyleCnt="0"/>
      <dgm:spPr/>
    </dgm:pt>
    <dgm:pt modelId="{28E4C7A2-17FE-0543-B19C-31D85652EB29}" type="pres">
      <dgm:prSet presAssocID="{FD34B9E4-7BB0-4122-A598-558376BFD1DE}" presName="composite" presStyleCnt="0"/>
      <dgm:spPr/>
    </dgm:pt>
    <dgm:pt modelId="{312DAC75-3CB3-8F42-8F4F-5B2F47418075}" type="pres">
      <dgm:prSet presAssocID="{FD34B9E4-7BB0-4122-A598-558376BFD1DE}" presName="background" presStyleLbl="node0" presStyleIdx="1" presStyleCnt="4"/>
      <dgm:spPr/>
    </dgm:pt>
    <dgm:pt modelId="{3F5006C0-9A01-CE46-80BE-51749B59A18B}" type="pres">
      <dgm:prSet presAssocID="{FD34B9E4-7BB0-4122-A598-558376BFD1DE}" presName="text" presStyleLbl="fgAcc0" presStyleIdx="1" presStyleCnt="4">
        <dgm:presLayoutVars>
          <dgm:chPref val="3"/>
        </dgm:presLayoutVars>
      </dgm:prSet>
      <dgm:spPr/>
    </dgm:pt>
    <dgm:pt modelId="{1F8AE13D-5FEA-4141-9761-B52BBF442C45}" type="pres">
      <dgm:prSet presAssocID="{FD34B9E4-7BB0-4122-A598-558376BFD1DE}" presName="hierChild2" presStyleCnt="0"/>
      <dgm:spPr/>
    </dgm:pt>
    <dgm:pt modelId="{67801794-E7AD-5341-A5BF-BC7DAD857EAA}" type="pres">
      <dgm:prSet presAssocID="{40684869-E987-472E-B167-94FF999531B9}" presName="hierRoot1" presStyleCnt="0"/>
      <dgm:spPr/>
    </dgm:pt>
    <dgm:pt modelId="{7FE67618-4DA2-0D44-9640-02F665F35219}" type="pres">
      <dgm:prSet presAssocID="{40684869-E987-472E-B167-94FF999531B9}" presName="composite" presStyleCnt="0"/>
      <dgm:spPr/>
    </dgm:pt>
    <dgm:pt modelId="{7CCB8E3B-2239-CE46-A55A-CC3B83F6EE55}" type="pres">
      <dgm:prSet presAssocID="{40684869-E987-472E-B167-94FF999531B9}" presName="background" presStyleLbl="node0" presStyleIdx="2" presStyleCnt="4"/>
      <dgm:spPr/>
    </dgm:pt>
    <dgm:pt modelId="{F2300432-88EC-5F48-BC92-A0121A90798B}" type="pres">
      <dgm:prSet presAssocID="{40684869-E987-472E-B167-94FF999531B9}" presName="text" presStyleLbl="fgAcc0" presStyleIdx="2" presStyleCnt="4">
        <dgm:presLayoutVars>
          <dgm:chPref val="3"/>
        </dgm:presLayoutVars>
      </dgm:prSet>
      <dgm:spPr/>
    </dgm:pt>
    <dgm:pt modelId="{8BE97CB6-A5CE-164F-B84E-6835734210A6}" type="pres">
      <dgm:prSet presAssocID="{40684869-E987-472E-B167-94FF999531B9}" presName="hierChild2" presStyleCnt="0"/>
      <dgm:spPr/>
    </dgm:pt>
    <dgm:pt modelId="{95D668CE-CD3E-1142-A10B-B14C87DCED2F}" type="pres">
      <dgm:prSet presAssocID="{0A01A08A-3A5A-4A7A-AA94-F7DED43C3BA0}" presName="hierRoot1" presStyleCnt="0"/>
      <dgm:spPr/>
    </dgm:pt>
    <dgm:pt modelId="{9FD43A78-156F-8843-8286-54638E65B90B}" type="pres">
      <dgm:prSet presAssocID="{0A01A08A-3A5A-4A7A-AA94-F7DED43C3BA0}" presName="composite" presStyleCnt="0"/>
      <dgm:spPr/>
    </dgm:pt>
    <dgm:pt modelId="{F17C935A-A97A-4545-93F8-DA775B2B3B6A}" type="pres">
      <dgm:prSet presAssocID="{0A01A08A-3A5A-4A7A-AA94-F7DED43C3BA0}" presName="background" presStyleLbl="node0" presStyleIdx="3" presStyleCnt="4"/>
      <dgm:spPr/>
    </dgm:pt>
    <dgm:pt modelId="{F699079F-B33A-EC4A-B1D0-AFC1D40D41B2}" type="pres">
      <dgm:prSet presAssocID="{0A01A08A-3A5A-4A7A-AA94-F7DED43C3BA0}" presName="text" presStyleLbl="fgAcc0" presStyleIdx="3" presStyleCnt="4">
        <dgm:presLayoutVars>
          <dgm:chPref val="3"/>
        </dgm:presLayoutVars>
      </dgm:prSet>
      <dgm:spPr/>
    </dgm:pt>
    <dgm:pt modelId="{3AC98A5A-0DEA-A543-B51F-0DB375EEA381}" type="pres">
      <dgm:prSet presAssocID="{0A01A08A-3A5A-4A7A-AA94-F7DED43C3BA0}" presName="hierChild2" presStyleCnt="0"/>
      <dgm:spPr/>
    </dgm:pt>
  </dgm:ptLst>
  <dgm:cxnLst>
    <dgm:cxn modelId="{0D5A1B12-0B26-5A4C-B547-EDBD9D8DABA3}" type="presOf" srcId="{95C6CEB5-5D61-4D5F-96BF-2DE5D66865C2}" destId="{0DFF99DF-EC33-4C4F-9D8E-18B6D36CD440}" srcOrd="0" destOrd="0" presId="urn:microsoft.com/office/officeart/2005/8/layout/hierarchy1"/>
    <dgm:cxn modelId="{C302372E-EFFB-D34C-9270-20BB8CEC0F35}" type="presOf" srcId="{FD34B9E4-7BB0-4122-A598-558376BFD1DE}" destId="{3F5006C0-9A01-CE46-80BE-51749B59A18B}" srcOrd="0" destOrd="0" presId="urn:microsoft.com/office/officeart/2005/8/layout/hierarchy1"/>
    <dgm:cxn modelId="{AB384438-D91C-4650-AAF1-BE700E254693}" srcId="{86FDEEE3-7E6B-45C3-AB46-1C6F0690ACD8}" destId="{0A01A08A-3A5A-4A7A-AA94-F7DED43C3BA0}" srcOrd="3" destOrd="0" parTransId="{3C517B55-D202-476C-8CAE-04ECE2F5290E}" sibTransId="{9C383E02-B59B-4A85-88AD-661E6743E395}"/>
    <dgm:cxn modelId="{F7639B60-078F-4A35-BBDA-6868CBD5A2FD}" srcId="{86FDEEE3-7E6B-45C3-AB46-1C6F0690ACD8}" destId="{40684869-E987-472E-B167-94FF999531B9}" srcOrd="2" destOrd="0" parTransId="{CD0FEE40-F195-4049-802A-2EA40ACAAE17}" sibTransId="{AF7A8BA1-CB74-49BB-9F06-1C2EA47CFF6F}"/>
    <dgm:cxn modelId="{2F9A3C76-4636-4751-8302-B1F3E7030174}" srcId="{86FDEEE3-7E6B-45C3-AB46-1C6F0690ACD8}" destId="{FD34B9E4-7BB0-4122-A598-558376BFD1DE}" srcOrd="1" destOrd="0" parTransId="{F263456B-F76E-41E5-81E5-09DF6589E3BE}" sibTransId="{CA75B05F-271A-4883-A768-72568E96A386}"/>
    <dgm:cxn modelId="{E81C577C-D446-D14B-BC94-E5D7520AD7D4}" type="presOf" srcId="{40684869-E987-472E-B167-94FF999531B9}" destId="{F2300432-88EC-5F48-BC92-A0121A90798B}" srcOrd="0" destOrd="0" presId="urn:microsoft.com/office/officeart/2005/8/layout/hierarchy1"/>
    <dgm:cxn modelId="{272DFC9B-1779-4C4D-B31E-D41558957E5E}" type="presOf" srcId="{86FDEEE3-7E6B-45C3-AB46-1C6F0690ACD8}" destId="{CCB8F65F-7F7A-5048-A25D-6ECBC453833C}" srcOrd="0" destOrd="0" presId="urn:microsoft.com/office/officeart/2005/8/layout/hierarchy1"/>
    <dgm:cxn modelId="{154383F3-898E-48CF-A28B-F158DEF39BB4}" srcId="{86FDEEE3-7E6B-45C3-AB46-1C6F0690ACD8}" destId="{95C6CEB5-5D61-4D5F-96BF-2DE5D66865C2}" srcOrd="0" destOrd="0" parTransId="{1F75ECE7-01CA-4353-B9A1-57939AD5065E}" sibTransId="{1C7A581F-399C-4C8B-8D80-7FD0A9E09A65}"/>
    <dgm:cxn modelId="{6D9B16FE-F9AC-0043-89BF-CB0AF494887B}" type="presOf" srcId="{0A01A08A-3A5A-4A7A-AA94-F7DED43C3BA0}" destId="{F699079F-B33A-EC4A-B1D0-AFC1D40D41B2}" srcOrd="0" destOrd="0" presId="urn:microsoft.com/office/officeart/2005/8/layout/hierarchy1"/>
    <dgm:cxn modelId="{FD723B7F-6594-0B45-A312-F06299C19340}" type="presParOf" srcId="{CCB8F65F-7F7A-5048-A25D-6ECBC453833C}" destId="{5C39BFC0-4A45-7A4B-B9F9-1CA78E86BD5E}" srcOrd="0" destOrd="0" presId="urn:microsoft.com/office/officeart/2005/8/layout/hierarchy1"/>
    <dgm:cxn modelId="{B764D986-0E98-E643-B7AD-6A2A29B5D4B1}" type="presParOf" srcId="{5C39BFC0-4A45-7A4B-B9F9-1CA78E86BD5E}" destId="{1BC82440-360E-704A-A070-F27D109BA657}" srcOrd="0" destOrd="0" presId="urn:microsoft.com/office/officeart/2005/8/layout/hierarchy1"/>
    <dgm:cxn modelId="{1E3B6C7C-D8D0-FA4B-8FF8-772660AE8C78}" type="presParOf" srcId="{1BC82440-360E-704A-A070-F27D109BA657}" destId="{D363ED46-9001-E544-B417-6D7F711B3E45}" srcOrd="0" destOrd="0" presId="urn:microsoft.com/office/officeart/2005/8/layout/hierarchy1"/>
    <dgm:cxn modelId="{30DAD9EE-F36B-3645-814F-1EE763ED41A8}" type="presParOf" srcId="{1BC82440-360E-704A-A070-F27D109BA657}" destId="{0DFF99DF-EC33-4C4F-9D8E-18B6D36CD440}" srcOrd="1" destOrd="0" presId="urn:microsoft.com/office/officeart/2005/8/layout/hierarchy1"/>
    <dgm:cxn modelId="{2EA1E441-1736-A644-AC74-1A5F7EE6CD4E}" type="presParOf" srcId="{5C39BFC0-4A45-7A4B-B9F9-1CA78E86BD5E}" destId="{3DCB2815-9B2D-E44D-9E12-3F549BB15B03}" srcOrd="1" destOrd="0" presId="urn:microsoft.com/office/officeart/2005/8/layout/hierarchy1"/>
    <dgm:cxn modelId="{EF880A1B-6C65-2F41-BF49-C2A1F533C76F}" type="presParOf" srcId="{CCB8F65F-7F7A-5048-A25D-6ECBC453833C}" destId="{DAEDD9B1-0C80-394C-AF61-E237281B87E0}" srcOrd="1" destOrd="0" presId="urn:microsoft.com/office/officeart/2005/8/layout/hierarchy1"/>
    <dgm:cxn modelId="{2B692783-4934-2847-A09F-337EC7CD939A}" type="presParOf" srcId="{DAEDD9B1-0C80-394C-AF61-E237281B87E0}" destId="{28E4C7A2-17FE-0543-B19C-31D85652EB29}" srcOrd="0" destOrd="0" presId="urn:microsoft.com/office/officeart/2005/8/layout/hierarchy1"/>
    <dgm:cxn modelId="{C68E73B8-CCB6-404E-9E5C-719BE493F9A2}" type="presParOf" srcId="{28E4C7A2-17FE-0543-B19C-31D85652EB29}" destId="{312DAC75-3CB3-8F42-8F4F-5B2F47418075}" srcOrd="0" destOrd="0" presId="urn:microsoft.com/office/officeart/2005/8/layout/hierarchy1"/>
    <dgm:cxn modelId="{BAEA4E1D-3CDA-4D46-B6DE-7D3D202A88F5}" type="presParOf" srcId="{28E4C7A2-17FE-0543-B19C-31D85652EB29}" destId="{3F5006C0-9A01-CE46-80BE-51749B59A18B}" srcOrd="1" destOrd="0" presId="urn:microsoft.com/office/officeart/2005/8/layout/hierarchy1"/>
    <dgm:cxn modelId="{8640829C-568D-BB4F-A594-B7C66715543B}" type="presParOf" srcId="{DAEDD9B1-0C80-394C-AF61-E237281B87E0}" destId="{1F8AE13D-5FEA-4141-9761-B52BBF442C45}" srcOrd="1" destOrd="0" presId="urn:microsoft.com/office/officeart/2005/8/layout/hierarchy1"/>
    <dgm:cxn modelId="{8DEBDE09-9358-0A46-9706-A8C6D8280180}" type="presParOf" srcId="{CCB8F65F-7F7A-5048-A25D-6ECBC453833C}" destId="{67801794-E7AD-5341-A5BF-BC7DAD857EAA}" srcOrd="2" destOrd="0" presId="urn:microsoft.com/office/officeart/2005/8/layout/hierarchy1"/>
    <dgm:cxn modelId="{83210F19-6E94-2744-956B-1213A8D7A611}" type="presParOf" srcId="{67801794-E7AD-5341-A5BF-BC7DAD857EAA}" destId="{7FE67618-4DA2-0D44-9640-02F665F35219}" srcOrd="0" destOrd="0" presId="urn:microsoft.com/office/officeart/2005/8/layout/hierarchy1"/>
    <dgm:cxn modelId="{8568BD63-8B50-694C-8E65-E2FF9380C0FC}" type="presParOf" srcId="{7FE67618-4DA2-0D44-9640-02F665F35219}" destId="{7CCB8E3B-2239-CE46-A55A-CC3B83F6EE55}" srcOrd="0" destOrd="0" presId="urn:microsoft.com/office/officeart/2005/8/layout/hierarchy1"/>
    <dgm:cxn modelId="{82D826A7-7810-D44F-BEDB-52BFC1042652}" type="presParOf" srcId="{7FE67618-4DA2-0D44-9640-02F665F35219}" destId="{F2300432-88EC-5F48-BC92-A0121A90798B}" srcOrd="1" destOrd="0" presId="urn:microsoft.com/office/officeart/2005/8/layout/hierarchy1"/>
    <dgm:cxn modelId="{627AA13E-34E5-4D49-B70E-BB85A5DAE001}" type="presParOf" srcId="{67801794-E7AD-5341-A5BF-BC7DAD857EAA}" destId="{8BE97CB6-A5CE-164F-B84E-6835734210A6}" srcOrd="1" destOrd="0" presId="urn:microsoft.com/office/officeart/2005/8/layout/hierarchy1"/>
    <dgm:cxn modelId="{69E76FAE-C0E6-9841-B0FD-D09335822BE7}" type="presParOf" srcId="{CCB8F65F-7F7A-5048-A25D-6ECBC453833C}" destId="{95D668CE-CD3E-1142-A10B-B14C87DCED2F}" srcOrd="3" destOrd="0" presId="urn:microsoft.com/office/officeart/2005/8/layout/hierarchy1"/>
    <dgm:cxn modelId="{3A701F75-48F1-2646-B7CE-403574ADDA00}" type="presParOf" srcId="{95D668CE-CD3E-1142-A10B-B14C87DCED2F}" destId="{9FD43A78-156F-8843-8286-54638E65B90B}" srcOrd="0" destOrd="0" presId="urn:microsoft.com/office/officeart/2005/8/layout/hierarchy1"/>
    <dgm:cxn modelId="{0AB3FED3-F799-BC4E-BFB8-B3FDCC55E490}" type="presParOf" srcId="{9FD43A78-156F-8843-8286-54638E65B90B}" destId="{F17C935A-A97A-4545-93F8-DA775B2B3B6A}" srcOrd="0" destOrd="0" presId="urn:microsoft.com/office/officeart/2005/8/layout/hierarchy1"/>
    <dgm:cxn modelId="{64EDDBBF-3012-044D-8DF1-E968CBE7ED13}" type="presParOf" srcId="{9FD43A78-156F-8843-8286-54638E65B90B}" destId="{F699079F-B33A-EC4A-B1D0-AFC1D40D41B2}" srcOrd="1" destOrd="0" presId="urn:microsoft.com/office/officeart/2005/8/layout/hierarchy1"/>
    <dgm:cxn modelId="{0A013920-C3C3-404A-9EB0-A8DD4A9050B7}" type="presParOf" srcId="{95D668CE-CD3E-1142-A10B-B14C87DCED2F}" destId="{3AC98A5A-0DEA-A543-B51F-0DB375EEA38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6D67E19-2C01-48F3-B539-06DC1D41896B}" type="doc">
      <dgm:prSet loTypeId="urn:microsoft.com/office/officeart/2018/2/layout/IconLabelList" loCatId="icon" qsTypeId="urn:microsoft.com/office/officeart/2005/8/quickstyle/simple1#47" qsCatId="simple" csTypeId="urn:microsoft.com/office/officeart/2005/8/colors/accent1_2#14" csCatId="accent1" phldr="1"/>
      <dgm:spPr/>
      <dgm:t>
        <a:bodyPr/>
        <a:lstStyle/>
        <a:p>
          <a:endParaRPr lang="en-US"/>
        </a:p>
      </dgm:t>
    </dgm:pt>
    <dgm:pt modelId="{5CAECA73-77B0-4309-9D61-3A076D1A9D11}">
      <dgm:prSet/>
      <dgm:spPr/>
      <dgm:t>
        <a:bodyPr/>
        <a:lstStyle/>
        <a:p>
          <a:pPr>
            <a:lnSpc>
              <a:spcPct val="100000"/>
            </a:lnSpc>
          </a:pPr>
          <a:r>
            <a:rPr lang="en-US" dirty="0" err="1"/>
            <a:t>Conexión</a:t>
          </a:r>
          <a:r>
            <a:rPr lang="en-US" dirty="0"/>
            <a:t> </a:t>
          </a:r>
          <a:r>
            <a:rPr lang="en-US" dirty="0" err="1"/>
            <a:t>directa</a:t>
          </a:r>
          <a:r>
            <a:rPr lang="en-US" dirty="0"/>
            <a:t> con la </a:t>
          </a:r>
          <a:r>
            <a:rPr lang="en-US" dirty="0" err="1"/>
            <a:t>captura</a:t>
          </a:r>
          <a:r>
            <a:rPr lang="en-US" dirty="0"/>
            <a:t> de </a:t>
          </a:r>
          <a:r>
            <a:rPr lang="en-US" dirty="0" err="1"/>
            <a:t>parte</a:t>
          </a:r>
          <a:r>
            <a:rPr lang="en-US" dirty="0"/>
            <a:t> del mercado de $5.5B</a:t>
          </a:r>
        </a:p>
      </dgm:t>
    </dgm:pt>
    <dgm:pt modelId="{66757CB2-D25E-452F-8FD8-77463FCC68A2}" type="parTrans" cxnId="{3107CD52-E18A-41FC-96E2-E47F550BD87C}">
      <dgm:prSet/>
      <dgm:spPr/>
      <dgm:t>
        <a:bodyPr/>
        <a:lstStyle/>
        <a:p>
          <a:endParaRPr lang="en-US"/>
        </a:p>
      </dgm:t>
    </dgm:pt>
    <dgm:pt modelId="{31ACA4F2-ED27-4A48-9677-23C55735ADED}" type="sibTrans" cxnId="{3107CD52-E18A-41FC-96E2-E47F550BD87C}">
      <dgm:prSet/>
      <dgm:spPr/>
      <dgm:t>
        <a:bodyPr/>
        <a:lstStyle/>
        <a:p>
          <a:endParaRPr lang="en-US"/>
        </a:p>
      </dgm:t>
    </dgm:pt>
    <dgm:pt modelId="{3C432376-46AF-4B4D-9539-A481A7E7B819}">
      <dgm:prSet/>
      <dgm:spPr/>
      <dgm:t>
        <a:bodyPr/>
        <a:lstStyle/>
        <a:p>
          <a:pPr>
            <a:lnSpc>
              <a:spcPct val="100000"/>
            </a:lnSpc>
          </a:pPr>
          <a:r>
            <a:rPr lang="en-US"/>
            <a:t>Proyección de ahorro en costos de staffing y tiempo perdido</a:t>
          </a:r>
        </a:p>
      </dgm:t>
    </dgm:pt>
    <dgm:pt modelId="{0B5A26F4-BD69-443C-9B78-6B6A38189D91}" type="parTrans" cxnId="{6C1FF223-DE64-41DA-BE23-00761F9C71D2}">
      <dgm:prSet/>
      <dgm:spPr/>
      <dgm:t>
        <a:bodyPr/>
        <a:lstStyle/>
        <a:p>
          <a:endParaRPr lang="en-US"/>
        </a:p>
      </dgm:t>
    </dgm:pt>
    <dgm:pt modelId="{32DBCB11-E0A6-414A-B739-8AE8DDC3C2BC}" type="sibTrans" cxnId="{6C1FF223-DE64-41DA-BE23-00761F9C71D2}">
      <dgm:prSet/>
      <dgm:spPr/>
      <dgm:t>
        <a:bodyPr/>
        <a:lstStyle/>
        <a:p>
          <a:endParaRPr lang="en-US"/>
        </a:p>
      </dgm:t>
    </dgm:pt>
    <dgm:pt modelId="{3747156E-490F-477F-9263-E33B0F60ECCA}">
      <dgm:prSet/>
      <dgm:spPr/>
      <dgm:t>
        <a:bodyPr/>
        <a:lstStyle/>
        <a:p>
          <a:pPr>
            <a:lnSpc>
              <a:spcPct val="100000"/>
            </a:lnSpc>
          </a:pPr>
          <a:r>
            <a:rPr lang="en-US"/>
            <a:t>Escalabilidad a otras unidades de IBM Consulting en LATAM</a:t>
          </a:r>
        </a:p>
      </dgm:t>
    </dgm:pt>
    <dgm:pt modelId="{071E69B8-232E-455D-BEEB-A8EA75A95020}" type="parTrans" cxnId="{DBC41222-0297-4CCA-B449-67898C245CA1}">
      <dgm:prSet/>
      <dgm:spPr/>
      <dgm:t>
        <a:bodyPr/>
        <a:lstStyle/>
        <a:p>
          <a:endParaRPr lang="en-US"/>
        </a:p>
      </dgm:t>
    </dgm:pt>
    <dgm:pt modelId="{F3CB3EF3-3EC8-49ED-8081-FA7A1938AFCF}" type="sibTrans" cxnId="{DBC41222-0297-4CCA-B449-67898C245CA1}">
      <dgm:prSet/>
      <dgm:spPr/>
      <dgm:t>
        <a:bodyPr/>
        <a:lstStyle/>
        <a:p>
          <a:endParaRPr lang="en-US"/>
        </a:p>
      </dgm:t>
    </dgm:pt>
    <dgm:pt modelId="{25528BFD-4DC2-453E-BE11-3AFB8D3D2050}">
      <dgm:prSet/>
      <dgm:spPr/>
      <dgm:t>
        <a:bodyPr/>
        <a:lstStyle/>
        <a:p>
          <a:pPr>
            <a:lnSpc>
              <a:spcPct val="100000"/>
            </a:lnSpc>
          </a:pPr>
          <a:r>
            <a:rPr lang="en-US"/>
            <a:t>ROI estimado en los primeros 2 trimestres de adopción oficial</a:t>
          </a:r>
        </a:p>
      </dgm:t>
    </dgm:pt>
    <dgm:pt modelId="{8C1A0B64-1B44-469D-BD71-EC6D782A9039}" type="parTrans" cxnId="{722DC728-0F1B-46E6-B86C-524E426279A8}">
      <dgm:prSet/>
      <dgm:spPr/>
      <dgm:t>
        <a:bodyPr/>
        <a:lstStyle/>
        <a:p>
          <a:endParaRPr lang="en-US"/>
        </a:p>
      </dgm:t>
    </dgm:pt>
    <dgm:pt modelId="{25D150B3-ACAA-4808-9090-0787D197FCB6}" type="sibTrans" cxnId="{722DC728-0F1B-46E6-B86C-524E426279A8}">
      <dgm:prSet/>
      <dgm:spPr/>
      <dgm:t>
        <a:bodyPr/>
        <a:lstStyle/>
        <a:p>
          <a:endParaRPr lang="en-US"/>
        </a:p>
      </dgm:t>
    </dgm:pt>
    <dgm:pt modelId="{E086AE2E-496E-404E-9FE9-204F2DED21F2}" type="pres">
      <dgm:prSet presAssocID="{E6D67E19-2C01-48F3-B539-06DC1D41896B}" presName="root" presStyleCnt="0">
        <dgm:presLayoutVars>
          <dgm:dir/>
          <dgm:resizeHandles val="exact"/>
        </dgm:presLayoutVars>
      </dgm:prSet>
      <dgm:spPr/>
    </dgm:pt>
    <dgm:pt modelId="{5B1A84E1-802D-4ED6-B6F5-7BCEFC4211BB}" type="pres">
      <dgm:prSet presAssocID="{5CAECA73-77B0-4309-9D61-3A076D1A9D11}" presName="compNode" presStyleCnt="0"/>
      <dgm:spPr/>
    </dgm:pt>
    <dgm:pt modelId="{408C56BC-782F-4FAF-917B-382D69DACC31}" type="pres">
      <dgm:prSet presAssocID="{5CAECA73-77B0-4309-9D61-3A076D1A9D11}"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Upward trend"/>
        </a:ext>
      </dgm:extLst>
    </dgm:pt>
    <dgm:pt modelId="{D1576234-80C0-4F33-B144-03D4020008EF}" type="pres">
      <dgm:prSet presAssocID="{5CAECA73-77B0-4309-9D61-3A076D1A9D11}" presName="spaceRect" presStyleCnt="0"/>
      <dgm:spPr/>
    </dgm:pt>
    <dgm:pt modelId="{D22016FE-E104-4153-83FF-3D465E672696}" type="pres">
      <dgm:prSet presAssocID="{5CAECA73-77B0-4309-9D61-3A076D1A9D11}" presName="textRect" presStyleLbl="revTx" presStyleIdx="0" presStyleCnt="4">
        <dgm:presLayoutVars>
          <dgm:chMax val="1"/>
          <dgm:chPref val="1"/>
        </dgm:presLayoutVars>
      </dgm:prSet>
      <dgm:spPr/>
    </dgm:pt>
    <dgm:pt modelId="{1BEA9A6A-E1C7-4294-878C-709EE2422952}" type="pres">
      <dgm:prSet presAssocID="{31ACA4F2-ED27-4A48-9677-23C55735ADED}" presName="sibTrans" presStyleCnt="0"/>
      <dgm:spPr/>
    </dgm:pt>
    <dgm:pt modelId="{E2973BDD-7DE2-4A51-A67F-D408AC37724F}" type="pres">
      <dgm:prSet presAssocID="{3C432376-46AF-4B4D-9539-A481A7E7B819}" presName="compNode" presStyleCnt="0"/>
      <dgm:spPr/>
    </dgm:pt>
    <dgm:pt modelId="{AE7C0EBE-6079-4BAE-A5CF-EE18FE65B494}" type="pres">
      <dgm:prSet presAssocID="{3C432376-46AF-4B4D-9539-A481A7E7B819}"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nero"/>
        </a:ext>
      </dgm:extLst>
    </dgm:pt>
    <dgm:pt modelId="{DD38362F-7A00-4D51-88C9-79D608D28501}" type="pres">
      <dgm:prSet presAssocID="{3C432376-46AF-4B4D-9539-A481A7E7B819}" presName="spaceRect" presStyleCnt="0"/>
      <dgm:spPr/>
    </dgm:pt>
    <dgm:pt modelId="{CF19EF51-AF0E-40D9-B95A-579D3A8788DE}" type="pres">
      <dgm:prSet presAssocID="{3C432376-46AF-4B4D-9539-A481A7E7B819}" presName="textRect" presStyleLbl="revTx" presStyleIdx="1" presStyleCnt="4">
        <dgm:presLayoutVars>
          <dgm:chMax val="1"/>
          <dgm:chPref val="1"/>
        </dgm:presLayoutVars>
      </dgm:prSet>
      <dgm:spPr/>
    </dgm:pt>
    <dgm:pt modelId="{05F141F0-2FAE-444E-96CA-DD9C0CB31CCB}" type="pres">
      <dgm:prSet presAssocID="{32DBCB11-E0A6-414A-B739-8AE8DDC3C2BC}" presName="sibTrans" presStyleCnt="0"/>
      <dgm:spPr/>
    </dgm:pt>
    <dgm:pt modelId="{46F66574-7C3B-439B-AE7B-D5F333565EBF}" type="pres">
      <dgm:prSet presAssocID="{3747156E-490F-477F-9263-E33B0F60ECCA}" presName="compNode" presStyleCnt="0"/>
      <dgm:spPr/>
    </dgm:pt>
    <dgm:pt modelId="{52B6EEB9-A477-40FB-BFC2-EA931B75297E}" type="pres">
      <dgm:prSet presAssocID="{3747156E-490F-477F-9263-E33B0F60ECCA}"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Usuarios"/>
        </a:ext>
      </dgm:extLst>
    </dgm:pt>
    <dgm:pt modelId="{EC480D42-39A7-4C5D-81EF-A755A917AB00}" type="pres">
      <dgm:prSet presAssocID="{3747156E-490F-477F-9263-E33B0F60ECCA}" presName="spaceRect" presStyleCnt="0"/>
      <dgm:spPr/>
    </dgm:pt>
    <dgm:pt modelId="{C618741F-EDAE-49DC-B0BD-F07F74F49431}" type="pres">
      <dgm:prSet presAssocID="{3747156E-490F-477F-9263-E33B0F60ECCA}" presName="textRect" presStyleLbl="revTx" presStyleIdx="2" presStyleCnt="4">
        <dgm:presLayoutVars>
          <dgm:chMax val="1"/>
          <dgm:chPref val="1"/>
        </dgm:presLayoutVars>
      </dgm:prSet>
      <dgm:spPr/>
    </dgm:pt>
    <dgm:pt modelId="{A1A218E0-D9A9-46C8-8DFD-84F0427F89BB}" type="pres">
      <dgm:prSet presAssocID="{F3CB3EF3-3EC8-49ED-8081-FA7A1938AFCF}" presName="sibTrans" presStyleCnt="0"/>
      <dgm:spPr/>
    </dgm:pt>
    <dgm:pt modelId="{C2329C96-5F78-469E-8048-1A0BA3088833}" type="pres">
      <dgm:prSet presAssocID="{25528BFD-4DC2-453E-BE11-3AFB8D3D2050}" presName="compNode" presStyleCnt="0"/>
      <dgm:spPr/>
    </dgm:pt>
    <dgm:pt modelId="{98EFE330-E6C1-4895-8237-1A5907BACA8D}" type="pres">
      <dgm:prSet presAssocID="{25528BFD-4DC2-453E-BE11-3AFB8D3D2050}"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rca de verificación"/>
        </a:ext>
      </dgm:extLst>
    </dgm:pt>
    <dgm:pt modelId="{3FEDA9DC-CC15-41E7-BB11-0C8D7EB585EA}" type="pres">
      <dgm:prSet presAssocID="{25528BFD-4DC2-453E-BE11-3AFB8D3D2050}" presName="spaceRect" presStyleCnt="0"/>
      <dgm:spPr/>
    </dgm:pt>
    <dgm:pt modelId="{BB4FA314-45A6-4BAD-87F9-129E08268D12}" type="pres">
      <dgm:prSet presAssocID="{25528BFD-4DC2-453E-BE11-3AFB8D3D2050}" presName="textRect" presStyleLbl="revTx" presStyleIdx="3" presStyleCnt="4">
        <dgm:presLayoutVars>
          <dgm:chMax val="1"/>
          <dgm:chPref val="1"/>
        </dgm:presLayoutVars>
      </dgm:prSet>
      <dgm:spPr/>
    </dgm:pt>
  </dgm:ptLst>
  <dgm:cxnLst>
    <dgm:cxn modelId="{DBC41222-0297-4CCA-B449-67898C245CA1}" srcId="{E6D67E19-2C01-48F3-B539-06DC1D41896B}" destId="{3747156E-490F-477F-9263-E33B0F60ECCA}" srcOrd="2" destOrd="0" parTransId="{071E69B8-232E-455D-BEEB-A8EA75A95020}" sibTransId="{F3CB3EF3-3EC8-49ED-8081-FA7A1938AFCF}"/>
    <dgm:cxn modelId="{6C1FF223-DE64-41DA-BE23-00761F9C71D2}" srcId="{E6D67E19-2C01-48F3-B539-06DC1D41896B}" destId="{3C432376-46AF-4B4D-9539-A481A7E7B819}" srcOrd="1" destOrd="0" parTransId="{0B5A26F4-BD69-443C-9B78-6B6A38189D91}" sibTransId="{32DBCB11-E0A6-414A-B739-8AE8DDC3C2BC}"/>
    <dgm:cxn modelId="{722DC728-0F1B-46E6-B86C-524E426279A8}" srcId="{E6D67E19-2C01-48F3-B539-06DC1D41896B}" destId="{25528BFD-4DC2-453E-BE11-3AFB8D3D2050}" srcOrd="3" destOrd="0" parTransId="{8C1A0B64-1B44-469D-BD71-EC6D782A9039}" sibTransId="{25D150B3-ACAA-4808-9090-0787D197FCB6}"/>
    <dgm:cxn modelId="{035AC535-1D5F-4DBD-8F18-5315FD85B68A}" type="presOf" srcId="{E6D67E19-2C01-48F3-B539-06DC1D41896B}" destId="{E086AE2E-496E-404E-9FE9-204F2DED21F2}" srcOrd="0" destOrd="0" presId="urn:microsoft.com/office/officeart/2018/2/layout/IconLabelList"/>
    <dgm:cxn modelId="{3107CD52-E18A-41FC-96E2-E47F550BD87C}" srcId="{E6D67E19-2C01-48F3-B539-06DC1D41896B}" destId="{5CAECA73-77B0-4309-9D61-3A076D1A9D11}" srcOrd="0" destOrd="0" parTransId="{66757CB2-D25E-452F-8FD8-77463FCC68A2}" sibTransId="{31ACA4F2-ED27-4A48-9677-23C55735ADED}"/>
    <dgm:cxn modelId="{4BE87268-60E1-4CD6-8746-A808D2991871}" type="presOf" srcId="{5CAECA73-77B0-4309-9D61-3A076D1A9D11}" destId="{D22016FE-E104-4153-83FF-3D465E672696}" srcOrd="0" destOrd="0" presId="urn:microsoft.com/office/officeart/2018/2/layout/IconLabelList"/>
    <dgm:cxn modelId="{B77A4E7B-E26D-4B2D-A4BE-8A92ADEE7497}" type="presOf" srcId="{3747156E-490F-477F-9263-E33B0F60ECCA}" destId="{C618741F-EDAE-49DC-B0BD-F07F74F49431}" srcOrd="0" destOrd="0" presId="urn:microsoft.com/office/officeart/2018/2/layout/IconLabelList"/>
    <dgm:cxn modelId="{981F1CAF-13FD-4A46-925F-1BFCF2E8C42C}" type="presOf" srcId="{3C432376-46AF-4B4D-9539-A481A7E7B819}" destId="{CF19EF51-AF0E-40D9-B95A-579D3A8788DE}" srcOrd="0" destOrd="0" presId="urn:microsoft.com/office/officeart/2018/2/layout/IconLabelList"/>
    <dgm:cxn modelId="{86009CF0-7CBE-4D83-BFFB-BFE270E923BA}" type="presOf" srcId="{25528BFD-4DC2-453E-BE11-3AFB8D3D2050}" destId="{BB4FA314-45A6-4BAD-87F9-129E08268D12}" srcOrd="0" destOrd="0" presId="urn:microsoft.com/office/officeart/2018/2/layout/IconLabelList"/>
    <dgm:cxn modelId="{17838962-EA65-4C11-97FB-D85318422BD8}" type="presParOf" srcId="{E086AE2E-496E-404E-9FE9-204F2DED21F2}" destId="{5B1A84E1-802D-4ED6-B6F5-7BCEFC4211BB}" srcOrd="0" destOrd="0" presId="urn:microsoft.com/office/officeart/2018/2/layout/IconLabelList"/>
    <dgm:cxn modelId="{9072282F-309D-426C-A501-32A218D264A2}" type="presParOf" srcId="{5B1A84E1-802D-4ED6-B6F5-7BCEFC4211BB}" destId="{408C56BC-782F-4FAF-917B-382D69DACC31}" srcOrd="0" destOrd="0" presId="urn:microsoft.com/office/officeart/2018/2/layout/IconLabelList"/>
    <dgm:cxn modelId="{5FEC067F-499C-44AD-8DA5-4E3EDB2EC74F}" type="presParOf" srcId="{5B1A84E1-802D-4ED6-B6F5-7BCEFC4211BB}" destId="{D1576234-80C0-4F33-B144-03D4020008EF}" srcOrd="1" destOrd="0" presId="urn:microsoft.com/office/officeart/2018/2/layout/IconLabelList"/>
    <dgm:cxn modelId="{FB13FDC9-018B-4467-899C-4FEB0261CF64}" type="presParOf" srcId="{5B1A84E1-802D-4ED6-B6F5-7BCEFC4211BB}" destId="{D22016FE-E104-4153-83FF-3D465E672696}" srcOrd="2" destOrd="0" presId="urn:microsoft.com/office/officeart/2018/2/layout/IconLabelList"/>
    <dgm:cxn modelId="{1DA53847-F104-4A96-86F9-EFB0F618BEF3}" type="presParOf" srcId="{E086AE2E-496E-404E-9FE9-204F2DED21F2}" destId="{1BEA9A6A-E1C7-4294-878C-709EE2422952}" srcOrd="1" destOrd="0" presId="urn:microsoft.com/office/officeart/2018/2/layout/IconLabelList"/>
    <dgm:cxn modelId="{5D94591F-C356-463B-82A1-DDA341E77EFE}" type="presParOf" srcId="{E086AE2E-496E-404E-9FE9-204F2DED21F2}" destId="{E2973BDD-7DE2-4A51-A67F-D408AC37724F}" srcOrd="2" destOrd="0" presId="urn:microsoft.com/office/officeart/2018/2/layout/IconLabelList"/>
    <dgm:cxn modelId="{25666C70-64C6-4133-AFA9-3681E12B94EE}" type="presParOf" srcId="{E2973BDD-7DE2-4A51-A67F-D408AC37724F}" destId="{AE7C0EBE-6079-4BAE-A5CF-EE18FE65B494}" srcOrd="0" destOrd="0" presId="urn:microsoft.com/office/officeart/2018/2/layout/IconLabelList"/>
    <dgm:cxn modelId="{195F7398-7A87-4AF2-B263-36B6DE34EEEF}" type="presParOf" srcId="{E2973BDD-7DE2-4A51-A67F-D408AC37724F}" destId="{DD38362F-7A00-4D51-88C9-79D608D28501}" srcOrd="1" destOrd="0" presId="urn:microsoft.com/office/officeart/2018/2/layout/IconLabelList"/>
    <dgm:cxn modelId="{549B4374-1E5E-4A5A-B3FB-8629EE625DE9}" type="presParOf" srcId="{E2973BDD-7DE2-4A51-A67F-D408AC37724F}" destId="{CF19EF51-AF0E-40D9-B95A-579D3A8788DE}" srcOrd="2" destOrd="0" presId="urn:microsoft.com/office/officeart/2018/2/layout/IconLabelList"/>
    <dgm:cxn modelId="{E1433259-92F3-4BE8-B0F9-2C7208B30A13}" type="presParOf" srcId="{E086AE2E-496E-404E-9FE9-204F2DED21F2}" destId="{05F141F0-2FAE-444E-96CA-DD9C0CB31CCB}" srcOrd="3" destOrd="0" presId="urn:microsoft.com/office/officeart/2018/2/layout/IconLabelList"/>
    <dgm:cxn modelId="{F4B945EA-0D12-43D2-8048-3B7BAE13C586}" type="presParOf" srcId="{E086AE2E-496E-404E-9FE9-204F2DED21F2}" destId="{46F66574-7C3B-439B-AE7B-D5F333565EBF}" srcOrd="4" destOrd="0" presId="urn:microsoft.com/office/officeart/2018/2/layout/IconLabelList"/>
    <dgm:cxn modelId="{CAA5B86F-D3E0-4412-8150-16E7DA7A1FD3}" type="presParOf" srcId="{46F66574-7C3B-439B-AE7B-D5F333565EBF}" destId="{52B6EEB9-A477-40FB-BFC2-EA931B75297E}" srcOrd="0" destOrd="0" presId="urn:microsoft.com/office/officeart/2018/2/layout/IconLabelList"/>
    <dgm:cxn modelId="{9203A48E-615C-48E8-8C94-6345C573F39C}" type="presParOf" srcId="{46F66574-7C3B-439B-AE7B-D5F333565EBF}" destId="{EC480D42-39A7-4C5D-81EF-A755A917AB00}" srcOrd="1" destOrd="0" presId="urn:microsoft.com/office/officeart/2018/2/layout/IconLabelList"/>
    <dgm:cxn modelId="{D5FCB2C5-10B4-44A3-A9C3-56ED5A39FEAB}" type="presParOf" srcId="{46F66574-7C3B-439B-AE7B-D5F333565EBF}" destId="{C618741F-EDAE-49DC-B0BD-F07F74F49431}" srcOrd="2" destOrd="0" presId="urn:microsoft.com/office/officeart/2018/2/layout/IconLabelList"/>
    <dgm:cxn modelId="{2A9809F4-8F33-4166-8D40-4AB9A7E18082}" type="presParOf" srcId="{E086AE2E-496E-404E-9FE9-204F2DED21F2}" destId="{A1A218E0-D9A9-46C8-8DFD-84F0427F89BB}" srcOrd="5" destOrd="0" presId="urn:microsoft.com/office/officeart/2018/2/layout/IconLabelList"/>
    <dgm:cxn modelId="{590DAFDE-22E8-42C5-9AA8-CE8A39D4ABDB}" type="presParOf" srcId="{E086AE2E-496E-404E-9FE9-204F2DED21F2}" destId="{C2329C96-5F78-469E-8048-1A0BA3088833}" srcOrd="6" destOrd="0" presId="urn:microsoft.com/office/officeart/2018/2/layout/IconLabelList"/>
    <dgm:cxn modelId="{80B2CAF7-5FB7-45F0-B492-A2F229B77CAD}" type="presParOf" srcId="{C2329C96-5F78-469E-8048-1A0BA3088833}" destId="{98EFE330-E6C1-4895-8237-1A5907BACA8D}" srcOrd="0" destOrd="0" presId="urn:microsoft.com/office/officeart/2018/2/layout/IconLabelList"/>
    <dgm:cxn modelId="{63E6BC55-A472-4DA4-AF92-72201666D345}" type="presParOf" srcId="{C2329C96-5F78-469E-8048-1A0BA3088833}" destId="{3FEDA9DC-CC15-41E7-BB11-0C8D7EB585EA}" srcOrd="1" destOrd="0" presId="urn:microsoft.com/office/officeart/2018/2/layout/IconLabelList"/>
    <dgm:cxn modelId="{F5E384EC-2CEE-453E-A7A8-42935D64492D}" type="presParOf" srcId="{C2329C96-5F78-469E-8048-1A0BA3088833}" destId="{BB4FA314-45A6-4BAD-87F9-129E08268D1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A6142F-FFD9-F64C-A2EC-B2D2A092638B}">
      <dsp:nvSpPr>
        <dsp:cNvPr id="0" name=""/>
        <dsp:cNvSpPr/>
      </dsp:nvSpPr>
      <dsp:spPr>
        <a:xfrm>
          <a:off x="451631" y="826800"/>
          <a:ext cx="1939449" cy="48856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2700" tIns="6350" rIns="12700" bIns="6350" numCol="1" spcCol="1270" anchor="b" anchorCtr="0">
          <a:noAutofit/>
        </a:bodyPr>
        <a:lstStyle/>
        <a:p>
          <a:pPr marL="0" lvl="0" indent="0" algn="just" defTabSz="444500">
            <a:lnSpc>
              <a:spcPct val="90000"/>
            </a:lnSpc>
            <a:spcBef>
              <a:spcPct val="0"/>
            </a:spcBef>
            <a:spcAft>
              <a:spcPct val="35000"/>
            </a:spcAft>
            <a:buNone/>
            <a:defRPr b="1"/>
          </a:pPr>
          <a:r>
            <a:rPr lang="es-CL" sz="1000" kern="1200" dirty="0"/>
            <a:t>Lo que veo es una fricción operativa en selección técnica por falta de trazabilidad y coordinación.</a:t>
          </a:r>
          <a:endParaRPr lang="en-US" sz="1000" kern="1200" dirty="0"/>
        </a:p>
      </dsp:txBody>
      <dsp:txXfrm>
        <a:off x="451631" y="826800"/>
        <a:ext cx="1939449" cy="488563"/>
      </dsp:txXfrm>
    </dsp:sp>
    <dsp:sp modelId="{45D15AD8-85AB-3A4E-A0A6-0DE2BAC10275}">
      <dsp:nvSpPr>
        <dsp:cNvPr id="0" name=""/>
        <dsp:cNvSpPr/>
      </dsp:nvSpPr>
      <dsp:spPr>
        <a:xfrm>
          <a:off x="970373" y="1352946"/>
          <a:ext cx="901964" cy="901964"/>
        </a:xfrm>
        <a:prstGeom prst="ellipse">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defRPr b="1"/>
          </a:pPr>
          <a:r>
            <a:rPr lang="en-US" sz="3600" kern="1200"/>
            <a:t>1</a:t>
          </a:r>
        </a:p>
      </dsp:txBody>
      <dsp:txXfrm>
        <a:off x="1102463" y="1485036"/>
        <a:ext cx="637784" cy="637784"/>
      </dsp:txXfrm>
    </dsp:sp>
    <dsp:sp modelId="{82E882C7-74AC-7749-8710-363C391F6714}">
      <dsp:nvSpPr>
        <dsp:cNvPr id="0" name=""/>
        <dsp:cNvSpPr/>
      </dsp:nvSpPr>
      <dsp:spPr>
        <a:xfrm>
          <a:off x="1872337" y="1792183"/>
          <a:ext cx="1134457" cy="2348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a:effectLst/>
      </dsp:spPr>
      <dsp:style>
        <a:lnRef idx="0">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defRPr b="1"/>
          </a:pPr>
          <a:r>
            <a:rPr lang="en-US" sz="3600" kern="1200"/>
            <a:t>1</a:t>
          </a:r>
        </a:p>
      </dsp:txBody>
      <dsp:txXfrm>
        <a:off x="1102463" y="1485036"/>
        <a:ext cx="637784" cy="637784"/>
      </dsp:txXfrm>
    </dsp:sp>
    <dsp:sp modelId="{36F7F10B-2ECB-8146-97E9-55F046DB84AE}">
      <dsp:nvSpPr>
        <dsp:cNvPr id="0" name=""/>
        <dsp:cNvSpPr/>
      </dsp:nvSpPr>
      <dsp:spPr>
        <a:xfrm>
          <a:off x="2488052" y="826800"/>
          <a:ext cx="1939449" cy="48856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2700" tIns="6350" rIns="12700" bIns="6350" numCol="1" spcCol="1270" anchor="b" anchorCtr="0">
          <a:noAutofit/>
        </a:bodyPr>
        <a:lstStyle/>
        <a:p>
          <a:pPr marL="0" lvl="0" indent="0" algn="just" defTabSz="444500">
            <a:lnSpc>
              <a:spcPct val="90000"/>
            </a:lnSpc>
            <a:spcBef>
              <a:spcPct val="0"/>
            </a:spcBef>
            <a:spcAft>
              <a:spcPct val="35000"/>
            </a:spcAft>
            <a:buNone/>
            <a:defRPr b="1"/>
          </a:pPr>
          <a:r>
            <a:rPr lang="es-CL" sz="1000" kern="1200" dirty="0"/>
            <a:t>Lo que propongo es una primera versión controlada que ordene etapas, visibilidad y seguimiento.</a:t>
          </a:r>
          <a:endParaRPr lang="en-US" sz="1000" kern="1200" dirty="0"/>
        </a:p>
      </dsp:txBody>
      <dsp:txXfrm>
        <a:off x="2488052" y="826800"/>
        <a:ext cx="1939449" cy="488563"/>
      </dsp:txXfrm>
    </dsp:sp>
    <dsp:sp modelId="{FF6C033A-332C-0646-A4E9-59D2F3E6FD59}">
      <dsp:nvSpPr>
        <dsp:cNvPr id="0" name=""/>
        <dsp:cNvSpPr/>
      </dsp:nvSpPr>
      <dsp:spPr>
        <a:xfrm>
          <a:off x="3006795" y="1352946"/>
          <a:ext cx="901964" cy="901964"/>
        </a:xfrm>
        <a:prstGeom prst="ellipse">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defRPr b="1"/>
          </a:pPr>
          <a:r>
            <a:rPr lang="en-US" sz="3600" kern="1200"/>
            <a:t>2</a:t>
          </a:r>
        </a:p>
      </dsp:txBody>
      <dsp:txXfrm>
        <a:off x="3138885" y="1485036"/>
        <a:ext cx="637784" cy="637784"/>
      </dsp:txXfrm>
    </dsp:sp>
    <dsp:sp modelId="{E51A9D07-CFF1-8449-8E2E-9000C2D838D7}">
      <dsp:nvSpPr>
        <dsp:cNvPr id="0" name=""/>
        <dsp:cNvSpPr/>
      </dsp:nvSpPr>
      <dsp:spPr>
        <a:xfrm>
          <a:off x="3908759" y="1792183"/>
          <a:ext cx="1134457" cy="2348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defRPr b="1"/>
          </a:pPr>
          <a:r>
            <a:rPr lang="en-US" sz="3600" kern="1200"/>
            <a:t>2</a:t>
          </a:r>
        </a:p>
      </dsp:txBody>
      <dsp:txXfrm>
        <a:off x="3138885" y="1485036"/>
        <a:ext cx="637784" cy="637784"/>
      </dsp:txXfrm>
    </dsp:sp>
    <dsp:sp modelId="{7839D34A-97FB-1144-B12A-FE2DCCB45685}">
      <dsp:nvSpPr>
        <dsp:cNvPr id="0" name=""/>
        <dsp:cNvSpPr/>
      </dsp:nvSpPr>
      <dsp:spPr>
        <a:xfrm>
          <a:off x="4524474" y="826800"/>
          <a:ext cx="1939449" cy="48856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2700" tIns="6350" rIns="12700" bIns="6350" numCol="1" spcCol="1270" anchor="ctr" anchorCtr="0">
          <a:noAutofit/>
        </a:bodyPr>
        <a:lstStyle/>
        <a:p>
          <a:pPr marL="0" lvl="0" indent="0" algn="just" defTabSz="444500">
            <a:lnSpc>
              <a:spcPct val="90000"/>
            </a:lnSpc>
            <a:spcBef>
              <a:spcPct val="0"/>
            </a:spcBef>
            <a:spcAft>
              <a:spcPct val="35000"/>
            </a:spcAft>
            <a:buNone/>
            <a:defRPr b="1"/>
          </a:pPr>
          <a:r>
            <a:rPr lang="es-CL" sz="1000" kern="1200" dirty="0"/>
            <a:t>El impacto sería reducir tiempos y dar mayor control al proceso.</a:t>
          </a:r>
          <a:endParaRPr lang="en-US" sz="1000" kern="1200" dirty="0"/>
        </a:p>
      </dsp:txBody>
      <dsp:txXfrm>
        <a:off x="4524474" y="826800"/>
        <a:ext cx="1939449" cy="488563"/>
      </dsp:txXfrm>
    </dsp:sp>
    <dsp:sp modelId="{2E4BDB15-2C35-0949-A87A-CF76DF039783}">
      <dsp:nvSpPr>
        <dsp:cNvPr id="0" name=""/>
        <dsp:cNvSpPr/>
      </dsp:nvSpPr>
      <dsp:spPr>
        <a:xfrm>
          <a:off x="5043216" y="1352946"/>
          <a:ext cx="901964" cy="901964"/>
        </a:xfrm>
        <a:prstGeom prst="ellipse">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defRPr b="1"/>
          </a:pPr>
          <a:r>
            <a:rPr lang="en-US" sz="3600" kern="1200"/>
            <a:t>3</a:t>
          </a:r>
        </a:p>
      </dsp:txBody>
      <dsp:txXfrm>
        <a:off x="5175306" y="1485036"/>
        <a:ext cx="637784" cy="637784"/>
      </dsp:txXfrm>
    </dsp:sp>
    <dsp:sp modelId="{C9206442-D57F-4E4E-A1AE-BD351C8B330A}">
      <dsp:nvSpPr>
        <dsp:cNvPr id="0" name=""/>
        <dsp:cNvSpPr/>
      </dsp:nvSpPr>
      <dsp:spPr>
        <a:xfrm>
          <a:off x="5945180" y="1792183"/>
          <a:ext cx="1134457" cy="2348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a:effectLst/>
      </dsp:spPr>
      <dsp:style>
        <a:lnRef idx="0">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defRPr b="1"/>
          </a:pPr>
          <a:r>
            <a:rPr lang="en-US" sz="3600" kern="1200"/>
            <a:t>3</a:t>
          </a:r>
        </a:p>
      </dsp:txBody>
      <dsp:txXfrm>
        <a:off x="5175306" y="1485036"/>
        <a:ext cx="637784" cy="637784"/>
      </dsp:txXfrm>
    </dsp:sp>
    <dsp:sp modelId="{93EB383F-8319-B943-969A-B70F4F1325B8}">
      <dsp:nvSpPr>
        <dsp:cNvPr id="0" name=""/>
        <dsp:cNvSpPr/>
      </dsp:nvSpPr>
      <dsp:spPr>
        <a:xfrm>
          <a:off x="6560895" y="826800"/>
          <a:ext cx="1939449" cy="48856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2700" tIns="6350" rIns="12700" bIns="6350" numCol="1" spcCol="1270" anchor="b" anchorCtr="0">
          <a:noAutofit/>
        </a:bodyPr>
        <a:lstStyle/>
        <a:p>
          <a:pPr marL="0" lvl="0" indent="0" algn="just" defTabSz="444500">
            <a:lnSpc>
              <a:spcPct val="90000"/>
            </a:lnSpc>
            <a:spcBef>
              <a:spcPct val="0"/>
            </a:spcBef>
            <a:spcAft>
              <a:spcPct val="35000"/>
            </a:spcAft>
            <a:buNone/>
            <a:defRPr b="1"/>
          </a:pPr>
          <a:r>
            <a:rPr lang="es-CL" sz="1000" kern="1200" dirty="0"/>
            <a:t>Si te parece, el siguiente paso sería validar sponsor y alcance para una implementación inicial.”</a:t>
          </a:r>
          <a:endParaRPr lang="en-US" sz="1000" kern="1200" dirty="0"/>
        </a:p>
      </dsp:txBody>
      <dsp:txXfrm>
        <a:off x="6560895" y="826800"/>
        <a:ext cx="1939449" cy="488563"/>
      </dsp:txXfrm>
    </dsp:sp>
    <dsp:sp modelId="{34B3B37E-FF90-2E41-A319-91F55E17365E}">
      <dsp:nvSpPr>
        <dsp:cNvPr id="0" name=""/>
        <dsp:cNvSpPr/>
      </dsp:nvSpPr>
      <dsp:spPr>
        <a:xfrm>
          <a:off x="7079638" y="1352946"/>
          <a:ext cx="901964" cy="901964"/>
        </a:xfrm>
        <a:prstGeom prst="ellipse">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defRPr b="1"/>
          </a:pPr>
          <a:r>
            <a:rPr lang="en-US" sz="3600" kern="1200"/>
            <a:t>4</a:t>
          </a:r>
        </a:p>
      </dsp:txBody>
      <dsp:txXfrm>
        <a:off x="7211728" y="1485036"/>
        <a:ext cx="637784" cy="6377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A770D1-D50C-2E4D-AD4C-9A3618062DB3}">
      <dsp:nvSpPr>
        <dsp:cNvPr id="0" name=""/>
        <dsp:cNvSpPr/>
      </dsp:nvSpPr>
      <dsp:spPr>
        <a:xfrm>
          <a:off x="0" y="0"/>
          <a:ext cx="6556696" cy="69181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Brecha de </a:t>
          </a:r>
          <a:r>
            <a:rPr lang="en-US" sz="1800" kern="1200" dirty="0" err="1"/>
            <a:t>habilidades</a:t>
          </a:r>
          <a:r>
            <a:rPr lang="en-US" sz="1800" kern="1200" dirty="0"/>
            <a:t> </a:t>
          </a:r>
          <a:r>
            <a:rPr lang="en-US" sz="1800" kern="1200" dirty="0" err="1"/>
            <a:t>técnicas</a:t>
          </a:r>
          <a:r>
            <a:rPr lang="en-US" sz="1800" kern="1200" dirty="0"/>
            <a:t> </a:t>
          </a:r>
          <a:r>
            <a:rPr lang="en-US" sz="1800" kern="1200" dirty="0" err="1"/>
            <a:t>crítica</a:t>
          </a:r>
          <a:r>
            <a:rPr lang="en-US" sz="1800" kern="1200" dirty="0"/>
            <a:t> </a:t>
          </a:r>
          <a:r>
            <a:rPr lang="en-US" sz="1800" kern="1200" dirty="0" err="1"/>
            <a:t>en</a:t>
          </a:r>
          <a:r>
            <a:rPr lang="en-US" sz="1800" kern="1200" dirty="0"/>
            <a:t> </a:t>
          </a:r>
          <a:r>
            <a:rPr lang="en-US" sz="1800" kern="1200" dirty="0" err="1"/>
            <a:t>procesos</a:t>
          </a:r>
          <a:r>
            <a:rPr lang="en-US" sz="1800" kern="1200" dirty="0"/>
            <a:t> de staffing</a:t>
          </a:r>
        </a:p>
      </dsp:txBody>
      <dsp:txXfrm>
        <a:off x="20262" y="20262"/>
        <a:ext cx="5751719" cy="651288"/>
      </dsp:txXfrm>
    </dsp:sp>
    <dsp:sp modelId="{1DB97412-FA32-4E46-8569-D52B804FF4B3}">
      <dsp:nvSpPr>
        <dsp:cNvPr id="0" name=""/>
        <dsp:cNvSpPr/>
      </dsp:nvSpPr>
      <dsp:spPr>
        <a:xfrm>
          <a:off x="549123" y="817597"/>
          <a:ext cx="6556696" cy="691812"/>
        </a:xfrm>
        <a:prstGeom prst="roundRect">
          <a:avLst>
            <a:gd name="adj" fmla="val 10000"/>
          </a:avLst>
        </a:prstGeom>
        <a:solidFill>
          <a:schemeClr val="accent2">
            <a:hueOff val="1560507"/>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Tiempos de selección promedio de 18+ días por posición técnica</a:t>
          </a:r>
        </a:p>
      </dsp:txBody>
      <dsp:txXfrm>
        <a:off x="569385" y="837859"/>
        <a:ext cx="5517371" cy="651288"/>
      </dsp:txXfrm>
    </dsp:sp>
    <dsp:sp modelId="{C1D08F46-E69B-E641-9E6A-A3039022F80A}">
      <dsp:nvSpPr>
        <dsp:cNvPr id="0" name=""/>
        <dsp:cNvSpPr/>
      </dsp:nvSpPr>
      <dsp:spPr>
        <a:xfrm>
          <a:off x="1090050" y="1635194"/>
          <a:ext cx="6556696" cy="691812"/>
        </a:xfrm>
        <a:prstGeom prst="roundRect">
          <a:avLst>
            <a:gd name="adj" fmla="val 10000"/>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Procesos fragmentados entre múltiples herramientas no integradas</a:t>
          </a:r>
        </a:p>
      </dsp:txBody>
      <dsp:txXfrm>
        <a:off x="1110312" y="1655456"/>
        <a:ext cx="5525566" cy="651288"/>
      </dsp:txXfrm>
    </dsp:sp>
    <dsp:sp modelId="{6815725B-62F2-E243-AEDB-9416B53548C4}">
      <dsp:nvSpPr>
        <dsp:cNvPr id="0" name=""/>
        <dsp:cNvSpPr/>
      </dsp:nvSpPr>
      <dsp:spPr>
        <a:xfrm>
          <a:off x="1639174" y="2452791"/>
          <a:ext cx="6556696" cy="691812"/>
        </a:xfrm>
        <a:prstGeom prst="roundRect">
          <a:avLst>
            <a:gd name="adj" fmla="val 10000"/>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Pérdidas estimadas de $5.5B anuales a nivel de industria por mismatch de talento</a:t>
          </a:r>
        </a:p>
      </dsp:txBody>
      <dsp:txXfrm>
        <a:off x="1659436" y="2473053"/>
        <a:ext cx="5517371" cy="651288"/>
      </dsp:txXfrm>
    </dsp:sp>
    <dsp:sp modelId="{16FABA3C-88A9-2B41-9E2D-7F9265443D04}">
      <dsp:nvSpPr>
        <dsp:cNvPr id="0" name=""/>
        <dsp:cNvSpPr/>
      </dsp:nvSpPr>
      <dsp:spPr>
        <a:xfrm>
          <a:off x="6107018" y="529865"/>
          <a:ext cx="449678" cy="449678"/>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6208196" y="529865"/>
        <a:ext cx="247322" cy="338383"/>
      </dsp:txXfrm>
    </dsp:sp>
    <dsp:sp modelId="{DDDD2395-D4A5-1940-818A-99E043EC9AF0}">
      <dsp:nvSpPr>
        <dsp:cNvPr id="0" name=""/>
        <dsp:cNvSpPr/>
      </dsp:nvSpPr>
      <dsp:spPr>
        <a:xfrm>
          <a:off x="6656141" y="1347462"/>
          <a:ext cx="449678" cy="449678"/>
        </a:xfrm>
        <a:prstGeom prst="downArrow">
          <a:avLst>
            <a:gd name="adj1" fmla="val 55000"/>
            <a:gd name="adj2" fmla="val 45000"/>
          </a:avLst>
        </a:prstGeom>
        <a:solidFill>
          <a:schemeClr val="accent2">
            <a:tint val="40000"/>
            <a:alpha val="90000"/>
            <a:hueOff val="2512910"/>
            <a:satOff val="-2189"/>
            <a:lumOff val="-3"/>
            <a:alphaOff val="0"/>
          </a:schemeClr>
        </a:solidFill>
        <a:ln w="25400" cap="flat" cmpd="sng" algn="ctr">
          <a:solidFill>
            <a:schemeClr val="accent2">
              <a:tint val="40000"/>
              <a:alpha val="90000"/>
              <a:hueOff val="2512910"/>
              <a:satOff val="-2189"/>
              <a:lumOff val="-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6757319" y="1347462"/>
        <a:ext cx="247322" cy="338383"/>
      </dsp:txXfrm>
    </dsp:sp>
    <dsp:sp modelId="{9F291709-608B-8F44-920D-BC5C780F6921}">
      <dsp:nvSpPr>
        <dsp:cNvPr id="0" name=""/>
        <dsp:cNvSpPr/>
      </dsp:nvSpPr>
      <dsp:spPr>
        <a:xfrm>
          <a:off x="7197069" y="2165059"/>
          <a:ext cx="449678" cy="449678"/>
        </a:xfrm>
        <a:prstGeom prst="downArrow">
          <a:avLst>
            <a:gd name="adj1" fmla="val 55000"/>
            <a:gd name="adj2" fmla="val 45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7298247" y="2165059"/>
        <a:ext cx="247322" cy="3383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B4FEDB-C9EC-4306-88B6-E0CA317F8404}">
      <dsp:nvSpPr>
        <dsp:cNvPr id="0" name=""/>
        <dsp:cNvSpPr/>
      </dsp:nvSpPr>
      <dsp:spPr>
        <a:xfrm>
          <a:off x="376435" y="492301"/>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4E5B80-293E-4888-8965-484C2BB3E0E4}">
      <dsp:nvSpPr>
        <dsp:cNvPr id="0" name=""/>
        <dsp:cNvSpPr/>
      </dsp:nvSpPr>
      <dsp:spPr>
        <a:xfrm>
          <a:off x="610435" y="726301"/>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457EDE6-21AE-4D32-8CEC-205C6418BD0E}">
      <dsp:nvSpPr>
        <dsp:cNvPr id="0" name=""/>
        <dsp:cNvSpPr/>
      </dsp:nvSpPr>
      <dsp:spPr>
        <a:xfrm>
          <a:off x="25435" y="19323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Imaginar un proceso de staffing que tome días, no semanas</a:t>
          </a:r>
        </a:p>
      </dsp:txBody>
      <dsp:txXfrm>
        <a:off x="25435" y="1932302"/>
        <a:ext cx="1800000" cy="720000"/>
      </dsp:txXfrm>
    </dsp:sp>
    <dsp:sp modelId="{D53CED37-54F4-44DD-BFA5-5BAD63351332}">
      <dsp:nvSpPr>
        <dsp:cNvPr id="0" name=""/>
        <dsp:cNvSpPr/>
      </dsp:nvSpPr>
      <dsp:spPr>
        <a:xfrm>
          <a:off x="2491435" y="492301"/>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20042E-2574-4C7A-B09E-9FCD9D6970F8}">
      <dsp:nvSpPr>
        <dsp:cNvPr id="0" name=""/>
        <dsp:cNvSpPr/>
      </dsp:nvSpPr>
      <dsp:spPr>
        <a:xfrm>
          <a:off x="2725435" y="726301"/>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8125997-905C-4002-A826-2DFD8B3108F0}">
      <dsp:nvSpPr>
        <dsp:cNvPr id="0" name=""/>
        <dsp:cNvSpPr/>
      </dsp:nvSpPr>
      <dsp:spPr>
        <a:xfrm>
          <a:off x="2140435" y="19323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Equipos técnicos armados con precisión basada en datos, no en intuición</a:t>
          </a:r>
        </a:p>
      </dsp:txBody>
      <dsp:txXfrm>
        <a:off x="2140435" y="1932302"/>
        <a:ext cx="1800000" cy="720000"/>
      </dsp:txXfrm>
    </dsp:sp>
    <dsp:sp modelId="{C4BA8221-3ABB-48A5-B25D-E79EBB51BFB3}">
      <dsp:nvSpPr>
        <dsp:cNvPr id="0" name=""/>
        <dsp:cNvSpPr/>
      </dsp:nvSpPr>
      <dsp:spPr>
        <a:xfrm>
          <a:off x="4606435" y="492301"/>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BF1AE0-1DFF-4E12-956D-7A47F161C9BA}">
      <dsp:nvSpPr>
        <dsp:cNvPr id="0" name=""/>
        <dsp:cNvSpPr/>
      </dsp:nvSpPr>
      <dsp:spPr>
        <a:xfrm>
          <a:off x="4840435" y="726301"/>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862C7EA-A6A4-44DD-AD38-6A44EB8913B1}">
      <dsp:nvSpPr>
        <dsp:cNvPr id="0" name=""/>
        <dsp:cNvSpPr/>
      </dsp:nvSpPr>
      <dsp:spPr>
        <a:xfrm>
          <a:off x="4255435" y="19323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Visibilidad total del pipeline de talento en tiempo real</a:t>
          </a:r>
        </a:p>
      </dsp:txBody>
      <dsp:txXfrm>
        <a:off x="4255435" y="1932302"/>
        <a:ext cx="1800000" cy="720000"/>
      </dsp:txXfrm>
    </dsp:sp>
    <dsp:sp modelId="{97B3EA99-2A69-4DAB-A2D4-C15D3747EBB6}">
      <dsp:nvSpPr>
        <dsp:cNvPr id="0" name=""/>
        <dsp:cNvSpPr/>
      </dsp:nvSpPr>
      <dsp:spPr>
        <a:xfrm>
          <a:off x="6721435" y="492301"/>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F77CD5-4F2E-4566-B081-E5DF5B1D187D}">
      <dsp:nvSpPr>
        <dsp:cNvPr id="0" name=""/>
        <dsp:cNvSpPr/>
      </dsp:nvSpPr>
      <dsp:spPr>
        <a:xfrm>
          <a:off x="6955435" y="726301"/>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5FD26C2-9FD3-49A1-A549-593F0F40022A}">
      <dsp:nvSpPr>
        <dsp:cNvPr id="0" name=""/>
        <dsp:cNvSpPr/>
      </dsp:nvSpPr>
      <dsp:spPr>
        <a:xfrm>
          <a:off x="6370435" y="19323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Chile como referente regional en innovación de talent management dentro de IBM Consulting</a:t>
          </a:r>
        </a:p>
      </dsp:txBody>
      <dsp:txXfrm>
        <a:off x="6370435" y="1932302"/>
        <a:ext cx="180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63ED46-9001-E544-B417-6D7F711B3E45}">
      <dsp:nvSpPr>
        <dsp:cNvPr id="0" name=""/>
        <dsp:cNvSpPr/>
      </dsp:nvSpPr>
      <dsp:spPr>
        <a:xfrm>
          <a:off x="2401" y="748719"/>
          <a:ext cx="1714409" cy="10886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DFF99DF-EC33-4C4F-9D8E-18B6D36CD440}">
      <dsp:nvSpPr>
        <dsp:cNvPr id="0" name=""/>
        <dsp:cNvSpPr/>
      </dsp:nvSpPr>
      <dsp:spPr>
        <a:xfrm>
          <a:off x="192891" y="929684"/>
          <a:ext cx="1714409" cy="108865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Arquitectura ya construida y funcional (MVP validado)</a:t>
          </a:r>
        </a:p>
      </dsp:txBody>
      <dsp:txXfrm>
        <a:off x="224776" y="961569"/>
        <a:ext cx="1650639" cy="1024880"/>
      </dsp:txXfrm>
    </dsp:sp>
    <dsp:sp modelId="{312DAC75-3CB3-8F42-8F4F-5B2F47418075}">
      <dsp:nvSpPr>
        <dsp:cNvPr id="0" name=""/>
        <dsp:cNvSpPr/>
      </dsp:nvSpPr>
      <dsp:spPr>
        <a:xfrm>
          <a:off x="2097790" y="748719"/>
          <a:ext cx="1714409" cy="10886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5006C0-9A01-CE46-80BE-51749B59A18B}">
      <dsp:nvSpPr>
        <dsp:cNvPr id="0" name=""/>
        <dsp:cNvSpPr/>
      </dsp:nvSpPr>
      <dsp:spPr>
        <a:xfrm>
          <a:off x="2288280" y="929684"/>
          <a:ext cx="1714409" cy="108865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Features clave: matching automatizado, scoring de habilidades, dashboard ejecutivo</a:t>
          </a:r>
        </a:p>
      </dsp:txBody>
      <dsp:txXfrm>
        <a:off x="2320165" y="961569"/>
        <a:ext cx="1650639" cy="1024880"/>
      </dsp:txXfrm>
    </dsp:sp>
    <dsp:sp modelId="{7CCB8E3B-2239-CE46-A55A-CC3B83F6EE55}">
      <dsp:nvSpPr>
        <dsp:cNvPr id="0" name=""/>
        <dsp:cNvSpPr/>
      </dsp:nvSpPr>
      <dsp:spPr>
        <a:xfrm>
          <a:off x="4193180" y="748719"/>
          <a:ext cx="1714409" cy="10886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2300432-88EC-5F48-BC92-A0121A90798B}">
      <dsp:nvSpPr>
        <dsp:cNvPr id="0" name=""/>
        <dsp:cNvSpPr/>
      </dsp:nvSpPr>
      <dsp:spPr>
        <a:xfrm>
          <a:off x="4383670" y="929684"/>
          <a:ext cx="1714409" cy="108865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Benchmark interno: reducción de 18 días a 5 días en ciclo de selección</a:t>
          </a:r>
        </a:p>
      </dsp:txBody>
      <dsp:txXfrm>
        <a:off x="4415555" y="961569"/>
        <a:ext cx="1650639" cy="1024880"/>
      </dsp:txXfrm>
    </dsp:sp>
    <dsp:sp modelId="{F17C935A-A97A-4545-93F8-DA775B2B3B6A}">
      <dsp:nvSpPr>
        <dsp:cNvPr id="0" name=""/>
        <dsp:cNvSpPr/>
      </dsp:nvSpPr>
      <dsp:spPr>
        <a:xfrm>
          <a:off x="6288570" y="748719"/>
          <a:ext cx="1714409" cy="10886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699079F-B33A-EC4A-B1D0-AFC1D40D41B2}">
      <dsp:nvSpPr>
        <dsp:cNvPr id="0" name=""/>
        <dsp:cNvSpPr/>
      </dsp:nvSpPr>
      <dsp:spPr>
        <a:xfrm>
          <a:off x="6479060" y="929684"/>
          <a:ext cx="1714409" cy="108865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Validado con casos reales de staffing en proyectos actuales</a:t>
          </a:r>
        </a:p>
      </dsp:txBody>
      <dsp:txXfrm>
        <a:off x="6510945" y="961569"/>
        <a:ext cx="1650639" cy="10248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8C56BC-782F-4FAF-917B-382D69DACC31}">
      <dsp:nvSpPr>
        <dsp:cNvPr id="0" name=""/>
        <dsp:cNvSpPr/>
      </dsp:nvSpPr>
      <dsp:spPr>
        <a:xfrm>
          <a:off x="537299" y="797186"/>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2016FE-E104-4153-83FF-3D465E672696}">
      <dsp:nvSpPr>
        <dsp:cNvPr id="0" name=""/>
        <dsp:cNvSpPr/>
      </dsp:nvSpPr>
      <dsp:spPr>
        <a:xfrm>
          <a:off x="42299" y="187728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err="1"/>
            <a:t>Conexión</a:t>
          </a:r>
          <a:r>
            <a:rPr lang="en-US" sz="1500" kern="1200" dirty="0"/>
            <a:t> </a:t>
          </a:r>
          <a:r>
            <a:rPr lang="en-US" sz="1500" kern="1200" dirty="0" err="1"/>
            <a:t>directa</a:t>
          </a:r>
          <a:r>
            <a:rPr lang="en-US" sz="1500" kern="1200" dirty="0"/>
            <a:t> con la </a:t>
          </a:r>
          <a:r>
            <a:rPr lang="en-US" sz="1500" kern="1200" dirty="0" err="1"/>
            <a:t>captura</a:t>
          </a:r>
          <a:r>
            <a:rPr lang="en-US" sz="1500" kern="1200" dirty="0"/>
            <a:t> de </a:t>
          </a:r>
          <a:r>
            <a:rPr lang="en-US" sz="1500" kern="1200" dirty="0" err="1"/>
            <a:t>parte</a:t>
          </a:r>
          <a:r>
            <a:rPr lang="en-US" sz="1500" kern="1200" dirty="0"/>
            <a:t> del mercado de $5.5B</a:t>
          </a:r>
        </a:p>
      </dsp:txBody>
      <dsp:txXfrm>
        <a:off x="42299" y="1877285"/>
        <a:ext cx="1800000" cy="720000"/>
      </dsp:txXfrm>
    </dsp:sp>
    <dsp:sp modelId="{AE7C0EBE-6079-4BAE-A5CF-EE18FE65B494}">
      <dsp:nvSpPr>
        <dsp:cNvPr id="0" name=""/>
        <dsp:cNvSpPr/>
      </dsp:nvSpPr>
      <dsp:spPr>
        <a:xfrm>
          <a:off x="2652300" y="797186"/>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19EF51-AF0E-40D9-B95A-579D3A8788DE}">
      <dsp:nvSpPr>
        <dsp:cNvPr id="0" name=""/>
        <dsp:cNvSpPr/>
      </dsp:nvSpPr>
      <dsp:spPr>
        <a:xfrm>
          <a:off x="2157300" y="187728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Proyección de ahorro en costos de staffing y tiempo perdido</a:t>
          </a:r>
        </a:p>
      </dsp:txBody>
      <dsp:txXfrm>
        <a:off x="2157300" y="1877285"/>
        <a:ext cx="1800000" cy="720000"/>
      </dsp:txXfrm>
    </dsp:sp>
    <dsp:sp modelId="{52B6EEB9-A477-40FB-BFC2-EA931B75297E}">
      <dsp:nvSpPr>
        <dsp:cNvPr id="0" name=""/>
        <dsp:cNvSpPr/>
      </dsp:nvSpPr>
      <dsp:spPr>
        <a:xfrm>
          <a:off x="4767300" y="797186"/>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18741F-EDAE-49DC-B0BD-F07F74F49431}">
      <dsp:nvSpPr>
        <dsp:cNvPr id="0" name=""/>
        <dsp:cNvSpPr/>
      </dsp:nvSpPr>
      <dsp:spPr>
        <a:xfrm>
          <a:off x="4272300" y="187728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Escalabilidad a otras unidades de IBM Consulting en LATAM</a:t>
          </a:r>
        </a:p>
      </dsp:txBody>
      <dsp:txXfrm>
        <a:off x="4272300" y="1877285"/>
        <a:ext cx="1800000" cy="720000"/>
      </dsp:txXfrm>
    </dsp:sp>
    <dsp:sp modelId="{98EFE330-E6C1-4895-8237-1A5907BACA8D}">
      <dsp:nvSpPr>
        <dsp:cNvPr id="0" name=""/>
        <dsp:cNvSpPr/>
      </dsp:nvSpPr>
      <dsp:spPr>
        <a:xfrm>
          <a:off x="6882300" y="797186"/>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B4FA314-45A6-4BAD-87F9-129E08268D12}">
      <dsp:nvSpPr>
        <dsp:cNvPr id="0" name=""/>
        <dsp:cNvSpPr/>
      </dsp:nvSpPr>
      <dsp:spPr>
        <a:xfrm>
          <a:off x="6387300" y="187728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ROI estimado en los primeros 2 trimestres de adopción oficial</a:t>
          </a:r>
        </a:p>
      </dsp:txBody>
      <dsp:txXfrm>
        <a:off x="6387300" y="1877285"/>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26/layout/NumberedDotsHorizontal">
  <dgm:title val=""/>
  <dgm:desc val=""/>
  <dgm:catLst>
    <dgm:cat type="timeline" pri="105"/>
  </dgm:catLst>
  <dgm:sampData>
    <dgm:dataModel>
      <dgm:ptLst>
        <dgm:pt modelId="0" type="doc"/>
        <dgm:pt modelId="100">
          <dgm:prSet phldrT="Add an event" phldr="1"/>
        </dgm:pt>
        <dgm:pt modelId="101">
          <dgm:prSet phldrT="Write a description of the significance of this event" phldr="1"/>
        </dgm:pt>
        <dgm:pt modelId="200">
          <dgm:prSet phldrT="Add an event" phldr="1"/>
        </dgm:pt>
        <dgm:pt modelId="201">
          <dgm:prSet phldrT="Write a description of the significance of this event" phldr="1"/>
        </dgm:pt>
        <dgm:pt modelId="300">
          <dgm:prSet phldrT="Add an event" phldr="1"/>
        </dgm:pt>
        <dgm:pt modelId="301">
          <dgm:prSet phldrT="Write a description of the significance of this event" phldr="1"/>
        </dgm:pt>
        <dgm:pt modelId="400">
          <dgm:prSet phldrT="Add an event" phldr="1"/>
        </dgm:pt>
        <dgm:pt modelId="401">
          <dgm:prSet phldrT="Write a description of the significance of this event" phldr="1"/>
        </dgm:pt>
        <dgm:pt modelId="500">
          <dgm:prSet phldrT="Add an event" phldr="1"/>
        </dgm:pt>
        <dgm:pt modelId="501">
          <dgm:prSet phldrT="Write a description of the significance of this event" phldr="1"/>
        </dgm:pt>
        <dgm:pt modelId="1100" type="sibTrans" cxnId="{0585726A-FF3C-40E0-B835-812576413697}">
          <dgm:prSet phldrT="1"/>
          <dgm:t>
            <a:bodyPr/>
            <a:lstStyle/>
            <a:p>
              <a:r>
                <a:t>1</a:t>
              </a:r>
            </a:p>
          </dgm:t>
        </dgm:pt>
        <dgm:pt modelId="1200" type="sibTrans" cxnId="{F4E83B77-0772-4517-8FB9-69437BE019A6}">
          <dgm:prSet phldrT="2"/>
          <dgm:t>
            <a:bodyPr/>
            <a:lstStyle/>
            <a:p>
              <a:r>
                <a:t>2</a:t>
              </a:r>
            </a:p>
          </dgm:t>
        </dgm:pt>
        <dgm:pt modelId="1300" type="sibTrans" cxnId="{85F84234-FE66-40F0-B3CE-A62215E2BF56}">
          <dgm:prSet phldrT="3"/>
          <dgm:t>
            <a:bodyPr/>
            <a:lstStyle/>
            <a:p>
              <a:r>
                <a:t>3</a:t>
              </a:r>
            </a:p>
          </dgm:t>
        </dgm:pt>
        <dgm:pt modelId="1400" type="sibTrans" cxnId="{6CBAC125-CEC5-483C-88AC-9F3CD05DE8CE}">
          <dgm:prSet phldrT="4"/>
          <dgm:t>
            <a:bodyPr/>
            <a:lstStyle/>
            <a:p>
              <a:r>
                <a:t>4</a:t>
              </a:r>
            </a:p>
          </dgm:t>
        </dgm:pt>
        <dgm:pt modelId="1500" type="sibTrans" cxnId="{ED8C336C-161C-43A3-8782-FE613485823B}">
          <dgm:prSet phldrT="5"/>
          <dgm:t>
            <a:bodyPr/>
            <a:lstStyle/>
            <a:p>
              <a:r>
                <a:t>5</a:t>
              </a:r>
            </a:p>
          </dgm:t>
        </dgm:pt>
      </dgm:ptLst>
      <dgm:cxnLst>
        <dgm:cxn modelId="1000" srcId="0" destId="100" srcOrd="0" destOrd="0" sibTransId="1100"/>
        <dgm:cxn modelId="1001" srcId="100" destId="101" srcOrd="0" destOrd="0"/>
        <dgm:cxn modelId="2000" srcId="0" destId="200" srcOrd="1" destOrd="0" sibTransId="1200"/>
        <dgm:cxn modelId="2001" srcId="200" destId="201" srcOrd="0" destOrd="0"/>
        <dgm:cxn modelId="3000" srcId="0" destId="300" srcOrd="2" destOrd="0" sibTransId="1300"/>
        <dgm:cxn modelId="3001" srcId="300" destId="301" srcOrd="0" destOrd="0"/>
        <dgm:cxn modelId="4000" srcId="0" destId="400" srcOrd="3" destOrd="0" sibTransId="1400"/>
        <dgm:cxn modelId="4001" srcId="400" destId="401" srcOrd="0" destOrd="0"/>
        <dgm:cxn modelId="5000" srcId="0" destId="500" srcOrd="4" destOrd="0" sibTransId="1500"/>
        <dgm:cxn modelId="5001" srcId="500" destId="501" srcOrd="0" destOrd="0"/>
      </dgm:cxn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composite"/>
    <dgm:shape xmlns:r="http://schemas.openxmlformats.org/officeDocument/2006/relationships" r:blip="">
      <dgm:adjLst/>
    </dgm:shape>
    <dgm:presOf/>
    <dgm:constrLst>
      <dgm:constr type="l" for="ch" forName="itemsFlow" refType="w" fact="0.05"/>
      <dgm:constr type="w" for="ch" forName="itemsFlow" refType="w" fact="0.9"/>
      <dgm:constr type="t" for="ch" forName="itemsFlow"/>
      <dgm:constr type="h" for="ch" forName="itemsFlow" refType="h"/>
    </dgm:constrLst>
    <dgm:ruleLst/>
    <dgm:layoutNode name="itemsFlow">
      <dgm:choose name="dirChoose">
        <dgm:if name="dirNorm" func="var" arg="dir" op="equ" val="norm">
          <dgm:alg type="lin">
            <dgm:param type="linDir" val="fromL"/>
            <dgm:param type="fallback" val="1D"/>
          </dgm:alg>
        </dgm:if>
        <dgm:else name="dirRev">
          <dgm:alg type="lin">
            <dgm:param type="linDir" val="fromR"/>
            <dgm:param type="fallback" val="1D"/>
          </dgm:alg>
        </dgm:else>
      </dgm:choose>
      <dgm:shape xmlns:r="http://schemas.openxmlformats.org/officeDocument/2006/relationships" r:blip="">
        <dgm:adjLst/>
      </dgm:shape>
      <dgm:presOf/>
      <dgm:constrLst>
        <dgm:constr type="h" for="ch" forName="item" refType="h"/>
        <dgm:constr type="w" for="ch" forName="item" refType="w"/>
        <dgm:constr type="w" for="ch" forName="connector" refType="w" refFor="ch" refForName="item" fact="0.05"/>
        <dgm:constr type="h" for="ch" forName="connector" refType="h" fact="0.5"/>
        <dgm:constr type="primFontSz" for="des" forName="titleText" op="equ"/>
        <dgm:constr type="primFontSz" for="des" forName="descText" op="equ"/>
      </dgm:constrLst>
      <dgm:ruleLst/>
      <dgm:forEach name="nodesForEach" axis="ch" ptType="node">
        <dgm:layoutNode name="item">
          <dgm:alg type="composite"/>
          <dgm:shape xmlns:r="http://schemas.openxmlformats.org/officeDocument/2006/relationships" r:blip="">
            <dgm:adjLst/>
          </dgm:shape>
          <dgm:presOf/>
          <dgm:constrLst>
            <dgm:constr type="l" for="ch" forName="anchor"/>
            <dgm:constr type="t" for="ch" forName="anchor"/>
            <dgm:constr type="w" for="ch" forName="anchor" refType="w"/>
            <dgm:constr type="h" for="ch" forName="anchor" refType="h"/>
            <dgm:constr type="l" for="ch" forName="titleText"/>
            <dgm:constr type="t" for="ch" forName="titleText" refType="h" fact="0.22"/>
            <dgm:constr type="w" for="ch" forName="titleText" refType="w"/>
            <dgm:constr type="h" for="ch" forName="titleText" refType="h" fact="0.13"/>
            <dgm:constr type="ctrX" for="ch" forName="numCircle" refType="w" fact="0.5"/>
            <dgm:constr type="ctrY" for="ch" forName="numCircle" refType="h" fact="0.48"/>
            <dgm:constr type="w" for="ch" forName="numCircle" refType="h" fact="0.24"/>
            <dgm:constr type="h" for="ch" forName="numCircle" refType="h" fact="0.24"/>
            <dgm:constr type="l" for="ch" forName="descText"/>
            <dgm:constr type="t" for="ch" forName="descText" refType="h" fact="0.63"/>
            <dgm:constr type="w" for="ch" forName="descText" refType="w"/>
            <dgm:constr type="h" for="ch" forName="descText" refType="h" fact="0.33"/>
          </dgm:constrLst>
          <dgm:ruleLst/>
          <dgm:layoutNode name="anchor">
            <dgm:alg type="sp"/>
            <dgm:shape xmlns:r="http://schemas.openxmlformats.org/officeDocument/2006/relationships" r:blip="">
              <dgm:adjLst/>
            </dgm:shape>
            <dgm:presOf/>
            <dgm:constrLst/>
            <dgm:ruleLst/>
          </dgm:layoutNode>
          <dgm:layoutNode name="titleText" styleLbl="revTx">
            <dgm:varLst>
              <dgm:chMax val="0"/>
              <dgm:chPref val="0"/>
            </dgm:varLst>
            <dgm:alg type="tx">
              <dgm:param type="txAnchorVert" val="b"/>
              <dgm:param type="parTxLTRAlign" val="ctr"/>
              <dgm:param type="parTxRTLAlign" val="ctr"/>
            </dgm:alg>
            <dgm:shape xmlns:r="http://schemas.openxmlformats.org/officeDocument/2006/relationships" type="rect" r:blip="" hideGeom="1">
              <dgm:adjLst/>
            </dgm:shape>
            <dgm:presOf axis="self" ptType="node"/>
            <dgm:constrLst>
              <dgm:constr type="primFontSz" val="18"/>
              <dgm:constr type="lMarg" refType="primFontSz" fact="0.1"/>
              <dgm:constr type="rMarg" refType="primFontSz" fact="0.1"/>
              <dgm:constr type="tMarg" refType="primFontSz" fact="0.05"/>
              <dgm:constr type="bMarg" refType="primFontSz" fact="0.05"/>
            </dgm:constrLst>
            <dgm:ruleLst>
              <dgm:rule type="primFontSz" val="8" fact="NaN" max="NaN"/>
            </dgm:ruleLst>
          </dgm:layoutNode>
          <dgm:forEach name="numForEach" axis="followSib" ptType="sibTrans" hideLastTrans="0" cnt="1">
            <dgm:layoutNode name="numCircle" styleLbl="node1NoLn">
              <dgm:varLst>
                <dgm:chMax val="0"/>
                <dgm:bulletEnabled/>
              </dgm:varLst>
              <dgm:alg type="tx">
                <dgm:param type="txAnchorVert" val="mid"/>
                <dgm:param type="txAnchorHorzCh" val="ctr"/>
              </dgm:alg>
              <dgm:shape xmlns:r="http://schemas.openxmlformats.org/officeDocument/2006/relationships" type="ellipse" r:blip="">
                <dgm:adjLst/>
              </dgm:shape>
              <dgm:presOf axis="self" ptType="sibTrans"/>
              <dgm:constrLst>
                <dgm:constr type="primFontSz" val="36"/>
                <dgm:constr type="tMarg" refType="primFontSz" fact="0.05"/>
                <dgm:constr type="bMarg" refType="primFontSz" fact="0.05"/>
                <dgm:constr type="lMarg" refType="primFontSz" fact="0.05"/>
                <dgm:constr type="rMarg" refType="primFontSz" fact="0.05"/>
              </dgm:constrLst>
              <dgm:ruleLst>
                <dgm:rule type="primFontSz" val="14" fact="NaN" max="NaN"/>
              </dgm:ruleLst>
            </dgm:layoutNode>
          </dgm:forEach>
          <dgm:layoutNode name="descText" styleLbl="revTx">
            <dgm:varLst>
              <dgm:chMax val="0"/>
              <dgm:chPref val="0"/>
            </dgm:varLst>
            <dgm:alg type="tx">
              <dgm:param type="txAnchorVert" val="t"/>
              <dgm:param type="parTxLTRAlign" val="ctr"/>
              <dgm:param type="parTxRTLAlign" val="ctr"/>
            </dgm:alg>
            <dgm:shape xmlns:r="http://schemas.openxmlformats.org/officeDocument/2006/relationships" type="rect" r:blip="" hideGeom="1">
              <dgm:adjLst/>
            </dgm:shape>
            <dgm:presOf axis="des" ptType="node"/>
            <dgm:constrLst>
              <dgm:constr type="secFontSz" val="14"/>
              <dgm:constr type="primFontSz" refType="secFontSz"/>
              <dgm:constr type="lMarg" refType="primFontSz" fact="0.1"/>
              <dgm:constr type="rMarg" refType="primFontSz" fact="0.1"/>
              <dgm:constr type="tMarg" refType="primFontSz" fact="0.05"/>
              <dgm:constr type="bMarg" refType="primFontSz" fact="0.05"/>
            </dgm:constrLst>
            <dgm:ruleLst>
              <dgm:rule type="primFontSz" val="7" fact="NaN" max="NaN"/>
            </dgm:ruleLst>
          </dgm:layoutNode>
        </dgm:layoutNode>
        <dgm:forEach name="sibTransForEach" axis="followSib" ptType="sibTrans" cnt="1">
          <dgm:layoutNode name="connector" styleLbl="dkBgShp">
            <dgm:alg type="conn">
              <dgm:param type="begPts" val="auto"/>
              <dgm:param type="endPts" val="auto"/>
              <dgm:param type="srcNode" val="numCircle"/>
              <dgm:param type="dstNode" val="numCircle"/>
              <dgm:param type="begSty" val="noArr"/>
              <dgm:param type="endSty" val="noArr"/>
              <dgm:param type="connRout" val="stra"/>
            </dgm:alg>
            <dgm:shape xmlns:r="http://schemas.openxmlformats.org/officeDocument/2006/relationships" type="conn" r:blip="">
              <dgm:adjLst/>
            </dgm:shape>
            <dgm:presOf axis="self"/>
            <dgm:constrLst>
              <dgm:constr type="connDist"/>
              <dgm:constr type="begPad"/>
              <dgm:constr type="endPad"/>
              <dgm:constr type="stemThick" refType="h" fact="0.0125"/>
            </dgm:constrLst>
            <dgm:ruleLst/>
          </dgm:layoutNode>
        </dgm:forEach>
      </dgm:forEach>
    </dgm:layoutNode>
  </dgm:layoutNode>
  <dgm:extLst>
    <a:ext uri="{4F341089-5ED1-44EC-B178-C955D00A3D55}">
      <dgm1611:autoBuNodeInfoLst xmlns:dgm1611="http://schemas.microsoft.com/office/drawing/2016/11/diagram">
        <dgm1611:autoBuNodeInfo lvl="1" ptType="sibTrans">
          <dgm1611:buPr prefix="" leadZeros="0">
            <a:buAutoNum type="arabicPlain"/>
          </dgm1611:buPr>
        </dgm1611:autoBuNodeInfo>
      </dgm1611:autoBuNodeInfoLst>
    </a:ex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8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3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4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9/16/26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9/16/26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9/16/26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9/16/26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9/16/26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9/16/26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9/16/26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9/16/26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9/16/26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9/16/26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9/16/26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9/16/26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‹Nº›</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17019"/>
            <a:ext cx="9143998" cy="3280596"/>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31539" y="-2948881"/>
            <a:ext cx="3280918"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102522" y="-2777901"/>
            <a:ext cx="3280596"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17017"/>
            <a:ext cx="6406863" cy="3280594"/>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774039"/>
            <a:ext cx="3742610" cy="3329347"/>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986118" y="551329"/>
            <a:ext cx="7540322" cy="2196353"/>
          </a:xfrm>
        </p:spPr>
        <p:txBody>
          <a:bodyPr vert="horz" lIns="91440" tIns="45720" rIns="91440" bIns="45720" rtlCol="0" anchor="b">
            <a:normAutofit/>
          </a:bodyPr>
          <a:lstStyle/>
          <a:p>
            <a:pPr marL="0" lvl="0" indent="0" defTabSz="914400">
              <a:lnSpc>
                <a:spcPct val="90000"/>
              </a:lnSpc>
            </a:pPr>
            <a:r>
              <a:rPr lang="en-US" sz="3600" kern="1200" dirty="0">
                <a:solidFill>
                  <a:srgbClr val="FFFFFF"/>
                </a:solidFill>
                <a:latin typeface="+mj-lt"/>
                <a:ea typeface="+mj-ea"/>
                <a:cs typeface="+mj-cs"/>
              </a:rPr>
              <a:t>IBM Future now management: De MVP a </a:t>
            </a:r>
            <a:r>
              <a:rPr lang="en-US" sz="3600" kern="1200" dirty="0" err="1">
                <a:solidFill>
                  <a:srgbClr val="FFFFFF"/>
                </a:solidFill>
                <a:latin typeface="+mj-lt"/>
                <a:ea typeface="+mj-ea"/>
                <a:cs typeface="+mj-cs"/>
              </a:rPr>
              <a:t>Herramienta</a:t>
            </a:r>
            <a:r>
              <a:rPr lang="en-US" sz="3600" kern="1200" dirty="0">
                <a:solidFill>
                  <a:srgbClr val="FFFFFF"/>
                </a:solidFill>
                <a:latin typeface="+mj-lt"/>
                <a:ea typeface="+mj-ea"/>
                <a:cs typeface="+mj-cs"/>
              </a:rPr>
              <a:t> </a:t>
            </a:r>
            <a:r>
              <a:rPr lang="en-US" sz="3600" kern="1200" dirty="0" err="1">
                <a:solidFill>
                  <a:srgbClr val="FFFFFF"/>
                </a:solidFill>
                <a:latin typeface="+mj-lt"/>
                <a:ea typeface="+mj-ea"/>
                <a:cs typeface="+mj-cs"/>
              </a:rPr>
              <a:t>Oficial</a:t>
            </a:r>
            <a:endParaRPr lang="en-US" sz="3600" kern="1200" dirty="0">
              <a:solidFill>
                <a:srgbClr val="FFFFFF"/>
              </a:solidFill>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20903"/>
            <a:ext cx="7421963" cy="775252"/>
          </a:xfrm>
        </p:spPr>
        <p:txBody>
          <a:bodyPr>
            <a:normAutofit/>
          </a:bodyPr>
          <a:lstStyle/>
          <a:p>
            <a:pPr marL="0" lvl="0" indent="0">
              <a:buNone/>
            </a:pPr>
            <a:r>
              <a:rPr lang="es-CL" sz="3000">
                <a:solidFill>
                  <a:srgbClr val="FFFFFF"/>
                </a:solidFill>
              </a:rPr>
              <a:t>Slide 1: BLUF (Apertura)</a:t>
            </a:r>
          </a:p>
        </p:txBody>
      </p:sp>
      <p:sp>
        <p:nvSpPr>
          <p:cNvPr id="3" name="Content Placeholder 2"/>
          <p:cNvSpPr>
            <a:spLocks noGrp="1"/>
          </p:cNvSpPr>
          <p:nvPr>
            <p:ph idx="1"/>
          </p:nvPr>
        </p:nvSpPr>
        <p:spPr>
          <a:xfrm>
            <a:off x="1028699" y="1738647"/>
            <a:ext cx="7293023" cy="2762519"/>
          </a:xfrm>
        </p:spPr>
        <p:txBody>
          <a:bodyPr anchor="ctr">
            <a:normAutofit/>
          </a:bodyPr>
          <a:lstStyle/>
          <a:p>
            <a:pPr marL="0" lvl="0" indent="0">
              <a:buNone/>
            </a:pPr>
            <a:r>
              <a:rPr lang="es-CL" sz="1500" dirty="0"/>
              <a:t>IBM Future </a:t>
            </a:r>
            <a:r>
              <a:rPr lang="es-CL" sz="1500" dirty="0" err="1"/>
              <a:t>now</a:t>
            </a:r>
            <a:r>
              <a:rPr lang="es-CL" sz="1500" dirty="0"/>
              <a:t> </a:t>
            </a:r>
            <a:r>
              <a:rPr lang="es-CL" sz="1500" dirty="0" err="1"/>
              <a:t>management</a:t>
            </a:r>
            <a:r>
              <a:rPr lang="es-CL" sz="1500" dirty="0"/>
              <a:t> puede recuperar una porción significativa de los $5.5B en pérdidas anuales por brechas de talento, reduciendo el tiempo de selección técnica de 18+ días a menos de 5, y debe adoptarse oficialmente en IBM </a:t>
            </a:r>
            <a:r>
              <a:rPr lang="es-CL" sz="1500" dirty="0" err="1"/>
              <a:t>Consulting</a:t>
            </a:r>
            <a:r>
              <a:rPr lang="es-CL" sz="1500" dirty="0"/>
              <a:t> Chile este trimestre.</a:t>
            </a:r>
          </a:p>
          <a:p>
            <a:pPr marL="0" lvl="0" indent="0">
              <a:buNone/>
            </a:pPr>
            <a:endParaRPr lang="es-CL"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ontent Placeholder 2">
            <a:extLst>
              <a:ext uri="{FF2B5EF4-FFF2-40B4-BE49-F238E27FC236}">
                <a16:creationId xmlns:a16="http://schemas.microsoft.com/office/drawing/2014/main" id="{6F2ACE51-5710-84E0-8DE9-E211830B6B98}"/>
              </a:ext>
            </a:extLst>
          </p:cNvPr>
          <p:cNvGraphicFramePr>
            <a:graphicFrameLocks noGrp="1"/>
          </p:cNvGraphicFramePr>
          <p:nvPr>
            <p:ph idx="1"/>
            <p:extLst>
              <p:ext uri="{D42A27DB-BD31-4B8C-83A1-F6EECF244321}">
                <p14:modId xmlns:p14="http://schemas.microsoft.com/office/powerpoint/2010/main" val="3547224319"/>
              </p:ext>
            </p:extLst>
          </p:nvPr>
        </p:nvGraphicFramePr>
        <p:xfrm>
          <a:off x="91440" y="692658"/>
          <a:ext cx="8951976" cy="37581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37880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181966"/>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182309"/>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80833" y="-3980834"/>
            <a:ext cx="1182335"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261648"/>
            <a:ext cx="7533018" cy="658297"/>
          </a:xfrm>
        </p:spPr>
        <p:txBody>
          <a:bodyPr anchor="ctr">
            <a:normAutofit/>
          </a:bodyPr>
          <a:lstStyle/>
          <a:p>
            <a:pPr marL="0" lvl="0" indent="0">
              <a:buNone/>
            </a:pPr>
            <a:r>
              <a:rPr lang="es-CL" sz="3000">
                <a:solidFill>
                  <a:srgbClr val="FFFFFF"/>
                </a:solidFill>
              </a:rPr>
              <a:t>Slide 2: What Is (Estado Actual)</a:t>
            </a:r>
          </a:p>
        </p:txBody>
      </p:sp>
      <p:graphicFrame>
        <p:nvGraphicFramePr>
          <p:cNvPr id="5" name="Content Placeholder 2">
            <a:extLst>
              <a:ext uri="{FF2B5EF4-FFF2-40B4-BE49-F238E27FC236}">
                <a16:creationId xmlns:a16="http://schemas.microsoft.com/office/drawing/2014/main" id="{E4217E80-0347-39F4-A597-CF6E8320D872}"/>
              </a:ext>
            </a:extLst>
          </p:cNvPr>
          <p:cNvGraphicFramePr>
            <a:graphicFrameLocks noGrp="1"/>
          </p:cNvGraphicFramePr>
          <p:nvPr>
            <p:ph idx="1"/>
            <p:extLst>
              <p:ext uri="{D42A27DB-BD31-4B8C-83A1-F6EECF244321}">
                <p14:modId xmlns:p14="http://schemas.microsoft.com/office/powerpoint/2010/main" val="1566339365"/>
              </p:ext>
            </p:extLst>
          </p:nvPr>
        </p:nvGraphicFramePr>
        <p:xfrm>
          <a:off x="483042" y="1584434"/>
          <a:ext cx="8195871" cy="31446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181966"/>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182309"/>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80833" y="-3980834"/>
            <a:ext cx="1182335"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261648"/>
            <a:ext cx="7533018" cy="658297"/>
          </a:xfrm>
        </p:spPr>
        <p:txBody>
          <a:bodyPr anchor="ctr">
            <a:normAutofit/>
          </a:bodyPr>
          <a:lstStyle/>
          <a:p>
            <a:pPr marL="0" lvl="0" indent="0">
              <a:buNone/>
            </a:pPr>
            <a:r>
              <a:rPr lang="es-CL" sz="3000">
                <a:solidFill>
                  <a:srgbClr val="FFFFFF"/>
                </a:solidFill>
              </a:rPr>
              <a:t>Slide 3: What Could Be (Brecha Emocional)</a:t>
            </a:r>
          </a:p>
        </p:txBody>
      </p:sp>
      <p:graphicFrame>
        <p:nvGraphicFramePr>
          <p:cNvPr id="5" name="Content Placeholder 2">
            <a:extLst>
              <a:ext uri="{FF2B5EF4-FFF2-40B4-BE49-F238E27FC236}">
                <a16:creationId xmlns:a16="http://schemas.microsoft.com/office/drawing/2014/main" id="{B71D6C62-DB85-12AD-3581-92ABE90FB585}"/>
              </a:ext>
            </a:extLst>
          </p:cNvPr>
          <p:cNvGraphicFramePr>
            <a:graphicFrameLocks noGrp="1"/>
          </p:cNvGraphicFramePr>
          <p:nvPr>
            <p:ph idx="1"/>
            <p:extLst>
              <p:ext uri="{D42A27DB-BD31-4B8C-83A1-F6EECF244321}">
                <p14:modId xmlns:p14="http://schemas.microsoft.com/office/powerpoint/2010/main" val="2083463874"/>
              </p:ext>
            </p:extLst>
          </p:nvPr>
        </p:nvGraphicFramePr>
        <p:xfrm>
          <a:off x="483042" y="1584434"/>
          <a:ext cx="8195871" cy="31446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627523"/>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1627995"/>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757985" y="-3757532"/>
            <a:ext cx="1628032"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37673" y="261648"/>
            <a:ext cx="7288583" cy="1182335"/>
          </a:xfrm>
        </p:spPr>
        <p:txBody>
          <a:bodyPr anchor="ctr">
            <a:normAutofit/>
          </a:bodyPr>
          <a:lstStyle/>
          <a:p>
            <a:pPr marL="0" lvl="0" indent="0">
              <a:buNone/>
            </a:pPr>
            <a:r>
              <a:rPr lang="es-CL" sz="3000">
                <a:solidFill>
                  <a:srgbClr val="FFFFFF"/>
                </a:solidFill>
              </a:rPr>
              <a:t>Slide 4: La Solución - Talent Bridge (Evidencia)</a:t>
            </a:r>
          </a:p>
        </p:txBody>
      </p:sp>
      <p:graphicFrame>
        <p:nvGraphicFramePr>
          <p:cNvPr id="23" name="Content Placeholder 2">
            <a:extLst>
              <a:ext uri="{FF2B5EF4-FFF2-40B4-BE49-F238E27FC236}">
                <a16:creationId xmlns:a16="http://schemas.microsoft.com/office/drawing/2014/main" id="{F8194E3A-B2D5-F977-2D2E-74B768F67355}"/>
              </a:ext>
            </a:extLst>
          </p:cNvPr>
          <p:cNvGraphicFramePr>
            <a:graphicFrameLocks noGrp="1"/>
          </p:cNvGraphicFramePr>
          <p:nvPr>
            <p:ph idx="1"/>
            <p:extLst>
              <p:ext uri="{D42A27DB-BD31-4B8C-83A1-F6EECF244321}">
                <p14:modId xmlns:p14="http://schemas.microsoft.com/office/powerpoint/2010/main" val="1173014054"/>
              </p:ext>
            </p:extLst>
          </p:nvPr>
        </p:nvGraphicFramePr>
        <p:xfrm>
          <a:off x="483042" y="1961984"/>
          <a:ext cx="8195871" cy="2767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s-CL"/>
              <a:t>Slide 5: Impacto Proyectado</a:t>
            </a:r>
          </a:p>
        </p:txBody>
      </p:sp>
      <p:graphicFrame>
        <p:nvGraphicFramePr>
          <p:cNvPr id="5" name="Content Placeholder 2">
            <a:extLst>
              <a:ext uri="{FF2B5EF4-FFF2-40B4-BE49-F238E27FC236}">
                <a16:creationId xmlns:a16="http://schemas.microsoft.com/office/drawing/2014/main" id="{DC6F8D9F-DEF7-CCDB-AC64-6C6EC3D3762A}"/>
              </a:ext>
            </a:extLst>
          </p:cNvPr>
          <p:cNvGraphicFramePr>
            <a:graphicFrameLocks noGrp="1"/>
          </p:cNvGraphicFramePr>
          <p:nvPr>
            <p:ph idx="1"/>
          </p:nvPr>
        </p:nvGraphicFramePr>
        <p:xfrm>
          <a:off x="457200" y="1200151"/>
          <a:ext cx="8229600" cy="33944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2297" y="376515"/>
            <a:ext cx="3992787" cy="1232227"/>
          </a:xfrm>
        </p:spPr>
        <p:txBody>
          <a:bodyPr anchor="b">
            <a:normAutofit/>
          </a:bodyPr>
          <a:lstStyle/>
          <a:p>
            <a:pPr marL="0" lvl="0" indent="0">
              <a:buNone/>
            </a:pPr>
            <a:r>
              <a:rPr lang="es-CL" sz="3000"/>
              <a:t>Slide 6: Cierre ABT (And-But-Therefore)</a:t>
            </a:r>
          </a:p>
        </p:txBody>
      </p:sp>
      <p:sp>
        <p:nvSpPr>
          <p:cNvPr id="3" name="Content Placeholder 2"/>
          <p:cNvSpPr>
            <a:spLocks noGrp="1"/>
          </p:cNvSpPr>
          <p:nvPr>
            <p:ph idx="1"/>
          </p:nvPr>
        </p:nvSpPr>
        <p:spPr>
          <a:xfrm>
            <a:off x="858692" y="1804420"/>
            <a:ext cx="3986392" cy="2651312"/>
          </a:xfrm>
        </p:spPr>
        <p:txBody>
          <a:bodyPr anchor="t">
            <a:normAutofit/>
          </a:bodyPr>
          <a:lstStyle/>
          <a:p>
            <a:pPr marL="0" lvl="0" indent="0">
              <a:buNone/>
            </a:pPr>
            <a:r>
              <a:rPr lang="es-CL" sz="1500" b="1" dirty="0"/>
              <a:t>And:</a:t>
            </a:r>
            <a:r>
              <a:rPr lang="es-CL" sz="1500" dirty="0"/>
              <a:t> Talent Bridge ya demuestra resultados tangibles como MVP. </a:t>
            </a:r>
            <a:r>
              <a:rPr lang="es-CL" sz="1500" b="1" dirty="0"/>
              <a:t>But:</a:t>
            </a:r>
            <a:r>
              <a:rPr lang="es-CL" sz="1500" dirty="0"/>
              <a:t> Sin adopción oficial, seguimos perdiendo tiempo y dinero con procesos fragmentados. </a:t>
            </a:r>
            <a:r>
              <a:rPr lang="es-CL" sz="1500" b="1"/>
              <a:t>Therefore</a:t>
            </a:r>
            <a:r>
              <a:rPr lang="es-CL" sz="1500" b="1" dirty="0"/>
              <a:t>:</a:t>
            </a:r>
            <a:r>
              <a:rPr lang="es-CL" sz="1500" dirty="0"/>
              <a:t> Es momento de convertir Talent Bridge en herramienta oficial de IBM </a:t>
            </a:r>
            <a:r>
              <a:rPr lang="es-CL" sz="1500"/>
              <a:t>Consulting</a:t>
            </a:r>
            <a:r>
              <a:rPr lang="es-CL" sz="1500" dirty="0"/>
              <a:t> Chile — próximo paso: aprobación de Luciano para </a:t>
            </a:r>
            <a:r>
              <a:rPr lang="es-CL" sz="1500"/>
              <a:t>rollout</a:t>
            </a:r>
            <a:r>
              <a:rPr lang="es-CL" sz="1500" dirty="0"/>
              <a:t> piloto en el próximo trimestre.</a:t>
            </a:r>
          </a:p>
        </p:txBody>
      </p:sp>
      <p:sp>
        <p:nvSpPr>
          <p:cNvPr id="32" name="Rectangle 31">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3"/>
            <a:ext cx="3069391" cy="5143499"/>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
            <a:ext cx="3069391" cy="4800276"/>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6"/>
            <a:ext cx="3051501" cy="4800291"/>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7"/>
            <a:ext cx="2708601" cy="51434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Transferencia">
            <a:extLst>
              <a:ext uri="{FF2B5EF4-FFF2-40B4-BE49-F238E27FC236}">
                <a16:creationId xmlns:a16="http://schemas.microsoft.com/office/drawing/2014/main" id="{82D86C84-0FB6-4915-E9AE-F282449C287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06975" y="1019761"/>
            <a:ext cx="3127897" cy="312789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4" name="Rectangle 8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949801"/>
            <a:ext cx="9143997" cy="1193057"/>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952631"/>
            <a:ext cx="9138997" cy="1193056"/>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3949159"/>
            <a:ext cx="3057523" cy="1193057"/>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0001" y="3947612"/>
            <a:ext cx="9143999" cy="1198075"/>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782CE41-7750-5AD1-6A5E-E4EE852762EE}"/>
              </a:ext>
            </a:extLst>
          </p:cNvPr>
          <p:cNvSpPr>
            <a:spLocks noGrp="1"/>
          </p:cNvSpPr>
          <p:nvPr>
            <p:ph type="title"/>
          </p:nvPr>
        </p:nvSpPr>
        <p:spPr>
          <a:xfrm>
            <a:off x="1028699" y="4132689"/>
            <a:ext cx="7421963" cy="775252"/>
          </a:xfrm>
        </p:spPr>
        <p:txBody>
          <a:bodyPr vert="horz" lIns="91440" tIns="45720" rIns="91440" bIns="45720" rtlCol="0" anchor="ctr">
            <a:normAutofit/>
          </a:bodyPr>
          <a:lstStyle/>
          <a:p>
            <a:pPr algn="l" defTabSz="914400">
              <a:lnSpc>
                <a:spcPct val="90000"/>
              </a:lnSpc>
            </a:pPr>
            <a:endParaRPr lang="en-US" sz="3000" kern="1200">
              <a:solidFill>
                <a:srgbClr val="FFFFFF"/>
              </a:solidFill>
              <a:latin typeface="+mj-lt"/>
              <a:ea typeface="+mj-ea"/>
              <a:cs typeface="+mj-cs"/>
            </a:endParaRPr>
          </a:p>
        </p:txBody>
      </p:sp>
      <p:sp>
        <p:nvSpPr>
          <p:cNvPr id="9" name="CuadroTexto 8">
            <a:extLst>
              <a:ext uri="{FF2B5EF4-FFF2-40B4-BE49-F238E27FC236}">
                <a16:creationId xmlns:a16="http://schemas.microsoft.com/office/drawing/2014/main" id="{253B0702-0866-10A4-E34D-C06B66A308EA}"/>
              </a:ext>
            </a:extLst>
          </p:cNvPr>
          <p:cNvSpPr txBox="1"/>
          <p:nvPr/>
        </p:nvSpPr>
        <p:spPr>
          <a:xfrm>
            <a:off x="1455192" y="2874899"/>
            <a:ext cx="6249619" cy="839986"/>
          </a:xfrm>
          <a:prstGeom prst="rect">
            <a:avLst/>
          </a:prstGeom>
        </p:spPr>
        <p:txBody>
          <a:bodyPr vert="horz" lIns="91440" tIns="45720" rIns="91440" bIns="45720" rtlCol="0" anchor="ctr">
            <a:normAutofit fontScale="25000" lnSpcReduction="20000"/>
          </a:bodyPr>
          <a:lstStyle/>
          <a:p>
            <a:pPr indent="-228600" defTabSz="914400">
              <a:lnSpc>
                <a:spcPct val="90000"/>
              </a:lnSpc>
              <a:spcAft>
                <a:spcPts val="600"/>
              </a:spcAft>
              <a:buFont typeface="Arial" panose="020B0604020202020204" pitchFamily="34" charset="0"/>
              <a:buChar char="•"/>
            </a:pPr>
            <a:r>
              <a:rPr lang="en-US" sz="400" b="1"/>
              <a:t>Recomendación de framework — antes de construir el prompt</a:t>
            </a:r>
          </a:p>
          <a:p>
            <a:pPr indent="-228600" defTabSz="914400">
              <a:lnSpc>
                <a:spcPct val="90000"/>
              </a:lnSpc>
              <a:spcAft>
                <a:spcPts val="600"/>
              </a:spcAft>
              <a:buFont typeface="Arial" panose="020B0604020202020204" pitchFamily="34" charset="0"/>
              <a:buChar char="•"/>
            </a:pPr>
            <a:r>
              <a:rPr lang="en-US" sz="400" b="1"/>
              <a:t>BLUF solo no es la mejor opción para este caso.</a:t>
            </a:r>
            <a:r>
              <a:rPr lang="en-US" sz="400"/>
              <a:t> Te explico por qué y qué sugiero en su lugar.</a:t>
            </a:r>
          </a:p>
          <a:p>
            <a:pPr indent="-228600" defTabSz="914400">
              <a:lnSpc>
                <a:spcPct val="90000"/>
              </a:lnSpc>
              <a:spcAft>
                <a:spcPts val="600"/>
              </a:spcAft>
              <a:buFont typeface="Arial" panose="020B0604020202020204" pitchFamily="34" charset="0"/>
              <a:buChar char="•"/>
            </a:pPr>
            <a:r>
              <a:rPr lang="en-US" sz="400"/>
              <a:t>BLUF (Bottom Line Up Front) funciona muy bien para reportes de status o updates rápidos donde el lector ya sabe que hay un problema y solo necesita la conclusión. Pero tu objetivo con Luciano es diferente: </a:t>
            </a:r>
            <a:r>
              <a:rPr lang="en-US" sz="400" b="1"/>
              <a:t>necesitas que él </a:t>
            </a:r>
            <a:r>
              <a:rPr lang="en-US" sz="400" b="1" i="1"/>
              <a:t>sienta</a:t>
            </a:r>
            <a:r>
              <a:rPr lang="en-US" sz="400" b="1"/>
              <a:t> el problema antes de aceptar la solución</a:t>
            </a:r>
            <a:r>
              <a:rPr lang="en-US" sz="400"/>
              <a:t> highbridgeacademy.com.</a:t>
            </a:r>
          </a:p>
          <a:p>
            <a:pPr indent="-228600" defTabSz="914400">
              <a:lnSpc>
                <a:spcPct val="90000"/>
              </a:lnSpc>
              <a:spcAft>
                <a:spcPts val="600"/>
              </a:spcAft>
              <a:buFont typeface="Arial" panose="020B0604020202020204" pitchFamily="34" charset="0"/>
              <a:buChar char="•"/>
            </a:pPr>
            <a:r>
              <a:rPr lang="en-US" sz="400"/>
              <a:t>El framework que más se ajusta a tu objetivo es </a:t>
            </a:r>
            <a:r>
              <a:rPr lang="en-US" sz="400" b="1"/>
              <a:t>"What Is vs What Could Be"</a:t>
            </a:r>
            <a:r>
              <a:rPr lang="en-US" sz="400"/>
              <a:t> highbridgeacademy.com, porque:</a:t>
            </a:r>
          </a:p>
          <a:p>
            <a:pPr indent="-228600" defTabSz="914400">
              <a:lnSpc>
                <a:spcPct val="90000"/>
              </a:lnSpc>
              <a:spcAft>
                <a:spcPts val="600"/>
              </a:spcAft>
              <a:buFont typeface="Arial" panose="020B0604020202020204" pitchFamily="34" charset="0"/>
              <a:buChar char="•"/>
            </a:pPr>
            <a:r>
              <a:rPr lang="en-US" sz="400" i="1"/>
              <a:t>"Algunas presentaciones fallan porque la audiencia todavía no siente la brecha (gap). Entienden los hechos, pero no sienten suficiente urgencia para actuar"</a:t>
            </a:r>
            <a:r>
              <a:rPr lang="en-US" sz="400"/>
              <a:t> highbridgeacademy.com</a:t>
            </a:r>
          </a:p>
          <a:p>
            <a:pPr indent="-228600" defTabSz="914400">
              <a:lnSpc>
                <a:spcPct val="90000"/>
              </a:lnSpc>
              <a:spcAft>
                <a:spcPts val="600"/>
              </a:spcAft>
              <a:buFont typeface="Arial" panose="020B0604020202020204" pitchFamily="34" charset="0"/>
              <a:buChar char="•"/>
            </a:pPr>
            <a:r>
              <a:rPr lang="en-US" sz="400"/>
              <a:t>Y la advertencia específica que da la fuente es crítica para tu caso:</a:t>
            </a:r>
          </a:p>
          <a:p>
            <a:pPr indent="-228600" defTabSz="914400">
              <a:lnSpc>
                <a:spcPct val="90000"/>
              </a:lnSpc>
              <a:spcAft>
                <a:spcPts val="600"/>
              </a:spcAft>
              <a:buFont typeface="Arial" panose="020B0604020202020204" pitchFamily="34" charset="0"/>
              <a:buChar char="•"/>
            </a:pPr>
            <a:r>
              <a:rPr lang="en-US" sz="400" i="1"/>
              <a:t>"El error es saltar a la solución demasiado rápido. He visto recomendaciones sólidas ser ignoradas porque el presentador se apuró a pasar el dolor. Dejen que la sala sienta el GAP primero. Luego su recomendación tiene dónde aterrizar"</a:t>
            </a:r>
            <a:r>
              <a:rPr lang="en-US" sz="400"/>
              <a:t> highbridgeacademy.com</a:t>
            </a:r>
          </a:p>
          <a:p>
            <a:pPr indent="-228600" defTabSz="914400">
              <a:lnSpc>
                <a:spcPct val="90000"/>
              </a:lnSpc>
              <a:spcAft>
                <a:spcPts val="600"/>
              </a:spcAft>
              <a:buFont typeface="Arial" panose="020B0604020202020204" pitchFamily="34" charset="0"/>
              <a:buChar char="•"/>
            </a:pPr>
            <a:r>
              <a:rPr lang="en-US" sz="400" b="1"/>
              <a:t>Mi propuesta híbrida:</a:t>
            </a:r>
            <a:endParaRPr lang="en-US" sz="400"/>
          </a:p>
          <a:p>
            <a:pPr indent="-228600" defTabSz="914400">
              <a:lnSpc>
                <a:spcPct val="90000"/>
              </a:lnSpc>
              <a:spcAft>
                <a:spcPts val="600"/>
              </a:spcAft>
              <a:buFont typeface="Arial" panose="020B0604020202020204" pitchFamily="34" charset="0"/>
              <a:buChar char="•"/>
            </a:pPr>
            <a:r>
              <a:rPr lang="en-US" sz="400"/>
              <a:t>Sobre Influence (Cialdini) y Power of Moments — no sustituyen el framework narrativo, lo </a:t>
            </a:r>
            <a:r>
              <a:rPr lang="en-US" sz="400" b="1"/>
              <a:t>potencian</a:t>
            </a:r>
            <a:r>
              <a:rPr lang="en-US" sz="400"/>
              <a:t>: usarás principio de autoridad (datos de IBM Institute for Business Value), escasez (talent gap cuantificado), y diseñarás la demo en vivo como el "momento pico" que la gente recuerda.</a:t>
            </a:r>
          </a:p>
          <a:p>
            <a:pPr indent="-228600" defTabSz="914400">
              <a:lnSpc>
                <a:spcPct val="90000"/>
              </a:lnSpc>
              <a:spcAft>
                <a:spcPts val="600"/>
              </a:spcAft>
              <a:buFont typeface="Arial" panose="020B0604020202020204" pitchFamily="34" charset="0"/>
              <a:buChar char="•"/>
            </a:pPr>
            <a:br>
              <a:rPr lang="en-US" sz="400"/>
            </a:br>
            <a:endParaRPr lang="en-US" sz="400"/>
          </a:p>
          <a:p>
            <a:pPr indent="-228600" defTabSz="914400">
              <a:lnSpc>
                <a:spcPct val="90000"/>
              </a:lnSpc>
              <a:spcAft>
                <a:spcPts val="600"/>
              </a:spcAft>
              <a:buFont typeface="Arial" panose="020B0604020202020204" pitchFamily="34" charset="0"/>
              <a:buChar char="•"/>
            </a:pPr>
            <a:r>
              <a:rPr lang="en-US" sz="400" b="1"/>
              <a:t>Consolidado de toda la información recopilada — sin pérdida de datos</a:t>
            </a:r>
          </a:p>
          <a:p>
            <a:pPr indent="-228600" defTabSz="914400">
              <a:lnSpc>
                <a:spcPct val="90000"/>
              </a:lnSpc>
              <a:spcAft>
                <a:spcPts val="600"/>
              </a:spcAft>
              <a:buFont typeface="Arial" panose="020B0604020202020204" pitchFamily="34" charset="0"/>
              <a:buChar char="•"/>
            </a:pPr>
            <a:r>
              <a:rPr lang="en-US" sz="400" b="1"/>
              <a:t>Bloque A — El problema de fondo (Talent Gap)</a:t>
            </a:r>
          </a:p>
          <a:p>
            <a:pPr marL="342900" lvl="0" indent="-228600" defTabSz="914400">
              <a:lnSpc>
                <a:spcPct val="90000"/>
              </a:lnSpc>
              <a:spcAft>
                <a:spcPts val="600"/>
              </a:spcAft>
              <a:buFont typeface="Arial" panose="020B0604020202020204" pitchFamily="34" charset="0"/>
              <a:buChar char="•"/>
            </a:pPr>
            <a:r>
              <a:rPr lang="en-US" sz="400" b="1"/>
              <a:t>87% de las empresas</a:t>
            </a:r>
            <a:r>
              <a:rPr lang="en-US" sz="400"/>
              <a:t> enfrentan brechas de talento actuales o inminentes</a:t>
            </a:r>
          </a:p>
          <a:p>
            <a:pPr marL="342900" lvl="0" indent="-228600" defTabSz="914400">
              <a:lnSpc>
                <a:spcPct val="90000"/>
              </a:lnSpc>
              <a:spcAft>
                <a:spcPts val="600"/>
              </a:spcAft>
              <a:buFont typeface="Arial" panose="020B0604020202020204" pitchFamily="34" charset="0"/>
              <a:buChar char="•"/>
            </a:pPr>
            <a:r>
              <a:rPr lang="en-US" sz="400" b="1"/>
              <a:t>$5.5 billones de dólares</a:t>
            </a:r>
            <a:r>
              <a:rPr lang="en-US" sz="400"/>
              <a:t> en pérdidas potenciales asociadas a estas brechas hacia 2026</a:t>
            </a:r>
          </a:p>
          <a:p>
            <a:pPr marL="342900" lvl="0" indent="-228600" defTabSz="914400">
              <a:lnSpc>
                <a:spcPct val="90000"/>
              </a:lnSpc>
              <a:spcAft>
                <a:spcPts val="600"/>
              </a:spcAft>
              <a:buFont typeface="Arial" panose="020B0604020202020204" pitchFamily="34" charset="0"/>
              <a:buChar char="•"/>
            </a:pPr>
            <a:r>
              <a:rPr lang="en-US" sz="400" b="1"/>
              <a:t>76% de los profesionales de datos</a:t>
            </a:r>
            <a:r>
              <a:rPr lang="en-US" sz="400"/>
              <a:t> cree que la escasez continuará en 2026, subiendo a </a:t>
            </a:r>
            <a:r>
              <a:rPr lang="en-US" sz="400" b="1"/>
              <a:t>82% en grandes empresas</a:t>
            </a:r>
            <a:endParaRPr lang="en-US" sz="400"/>
          </a:p>
          <a:p>
            <a:pPr marL="342900" lvl="0" indent="-228600" defTabSz="914400">
              <a:lnSpc>
                <a:spcPct val="90000"/>
              </a:lnSpc>
              <a:spcAft>
                <a:spcPts val="600"/>
              </a:spcAft>
              <a:buFont typeface="Arial" panose="020B0604020202020204" pitchFamily="34" charset="0"/>
              <a:buChar char="•"/>
            </a:pPr>
            <a:r>
              <a:rPr lang="en-US" sz="400"/>
              <a:t>Círculo vicioso identificado: falta de talento calificado → proyectos fallidos → menor inversión en desarrollo de talento</a:t>
            </a:r>
          </a:p>
          <a:p>
            <a:pPr marL="342900" lvl="0" indent="-228600" defTabSz="914400">
              <a:lnSpc>
                <a:spcPct val="90000"/>
              </a:lnSpc>
              <a:spcAft>
                <a:spcPts val="600"/>
              </a:spcAft>
              <a:buFont typeface="Arial" panose="020B0604020202020204" pitchFamily="34" charset="0"/>
              <a:buChar char="•"/>
            </a:pPr>
            <a:r>
              <a:rPr lang="en-US" sz="400" b="1"/>
              <a:t>40% del workforce de IBM necesita reskilling</a:t>
            </a:r>
            <a:r>
              <a:rPr lang="en-US" sz="400"/>
              <a:t> en los próximos 3 años según IBM Institute for Business Value ibm.com</a:t>
            </a:r>
          </a:p>
          <a:p>
            <a:pPr marL="342900" lvl="0" indent="-228600" defTabSz="914400">
              <a:lnSpc>
                <a:spcPct val="90000"/>
              </a:lnSpc>
              <a:spcAft>
                <a:spcPts val="600"/>
              </a:spcAft>
              <a:buFont typeface="Arial" panose="020B0604020202020204" pitchFamily="34" charset="0"/>
              <a:buChar char="•"/>
            </a:pPr>
            <a:r>
              <a:rPr lang="en-US" sz="400"/>
              <a:t>La escasez existe porque </a:t>
            </a:r>
            <a:r>
              <a:rPr lang="en-US" sz="400" i="1"/>
              <a:t>"as technology rapidly evolves, tech industry executives are struggling to fill roles with high skill demands. The training, reskilling and upskilling of employees and prospects is not keeping pace with demand"</a:t>
            </a:r>
            <a:r>
              <a:rPr lang="en-US" sz="400"/>
              <a:t> ibm.com</a:t>
            </a:r>
          </a:p>
          <a:p>
            <a:pPr marL="342900" lvl="0" indent="-228600" defTabSz="914400">
              <a:lnSpc>
                <a:spcPct val="90000"/>
              </a:lnSpc>
              <a:spcAft>
                <a:spcPts val="600"/>
              </a:spcAft>
              <a:buFont typeface="Arial" panose="020B0604020202020204" pitchFamily="34" charset="0"/>
              <a:buChar char="•"/>
            </a:pPr>
            <a:r>
              <a:rPr lang="en-US" sz="400" b="1"/>
              <a:t>Tech jobs proyectados a crecer al doble de la tasa del resto de la fuerza laboral</a:t>
            </a:r>
            <a:r>
              <a:rPr lang="en-US" sz="400"/>
              <a:t> en los próximos 10 años según US Bureau of Labor Statistics ibm.com</a:t>
            </a:r>
          </a:p>
          <a:p>
            <a:pPr indent="-228600" defTabSz="914400">
              <a:lnSpc>
                <a:spcPct val="90000"/>
              </a:lnSpc>
              <a:spcAft>
                <a:spcPts val="600"/>
              </a:spcAft>
              <a:buFont typeface="Arial" panose="020B0604020202020204" pitchFamily="34" charset="0"/>
              <a:buChar char="•"/>
            </a:pPr>
            <a:r>
              <a:rPr lang="en-US" sz="400" b="1"/>
              <a:t>Bloque B — El costo de no resolverlo (para IBM específicamente)</a:t>
            </a:r>
          </a:p>
          <a:p>
            <a:pPr marL="342900" lvl="0" indent="-228600" defTabSz="914400">
              <a:lnSpc>
                <a:spcPct val="90000"/>
              </a:lnSpc>
              <a:spcAft>
                <a:spcPts val="600"/>
              </a:spcAft>
              <a:buFont typeface="Arial" panose="020B0604020202020204" pitchFamily="34" charset="0"/>
              <a:buChar char="•"/>
            </a:pPr>
            <a:r>
              <a:rPr lang="en-US" sz="400"/>
              <a:t>Empresas que despliegan IA a </a:t>
            </a:r>
            <a:r>
              <a:rPr lang="en-US" sz="400" b="1"/>
              <a:t>nivel operacional (no solo skills-based)</a:t>
            </a:r>
            <a:r>
              <a:rPr lang="en-US" sz="400"/>
              <a:t> superan a sus pares en </a:t>
            </a:r>
            <a:r>
              <a:rPr lang="en-US" sz="400" b="1"/>
              <a:t>44% en métricas críticas</a:t>
            </a:r>
            <a:r>
              <a:rPr lang="en-US" sz="400"/>
              <a:t> como retención de empleados y crecimiento de ingresos ibm.com</a:t>
            </a:r>
          </a:p>
          <a:p>
            <a:pPr marL="342900" lvl="0" indent="-228600" defTabSz="914400">
              <a:lnSpc>
                <a:spcPct val="90000"/>
              </a:lnSpc>
              <a:spcAft>
                <a:spcPts val="600"/>
              </a:spcAft>
              <a:buFont typeface="Arial" panose="020B0604020202020204" pitchFamily="34" charset="0"/>
              <a:buChar char="•"/>
            </a:pPr>
            <a:r>
              <a:rPr lang="en-US" sz="400"/>
              <a:t>Estrategias que la industria ya reconoce como necesarias: </a:t>
            </a:r>
            <a:r>
              <a:rPr lang="en-US" sz="400" i="1"/>
              <a:t>"Reimagining the talent pipelines, Rethinking traditional hiring practices, Revamping the employee experience, Reskilling and upskilling existing employees"</a:t>
            </a:r>
            <a:r>
              <a:rPr lang="en-US" sz="400"/>
              <a:t> ibm.com</a:t>
            </a:r>
          </a:p>
          <a:p>
            <a:pPr marL="342900" lvl="0" indent="-228600" defTabSz="914400">
              <a:lnSpc>
                <a:spcPct val="90000"/>
              </a:lnSpc>
              <a:spcAft>
                <a:spcPts val="600"/>
              </a:spcAft>
              <a:buFont typeface="Arial" panose="020B0604020202020204" pitchFamily="34" charset="0"/>
              <a:buChar char="•"/>
            </a:pPr>
            <a:r>
              <a:rPr lang="en-US" sz="400"/>
              <a:t>Recomendación explícita de la industria: </a:t>
            </a:r>
            <a:r>
              <a:rPr lang="en-US" sz="400" i="1"/>
              <a:t>"Companies must think big picture when finding, nurturing and expanding their global talent pool... instead of searching for people that precisely match a narrowly defined set of hard skill requirements, companies can consider investing in younger candidates who are reliable, open-minded and willing to learn"</a:t>
            </a:r>
            <a:r>
              <a:rPr lang="en-US" sz="400"/>
              <a:t> ibm.com</a:t>
            </a:r>
          </a:p>
          <a:p>
            <a:pPr marL="342900" lvl="0" indent="-228600" defTabSz="914400">
              <a:lnSpc>
                <a:spcPct val="90000"/>
              </a:lnSpc>
              <a:spcAft>
                <a:spcPts val="600"/>
              </a:spcAft>
              <a:buFont typeface="Arial" panose="020B0604020202020204" pitchFamily="34" charset="0"/>
              <a:buChar char="•"/>
            </a:pPr>
            <a:r>
              <a:rPr lang="en-US" sz="400"/>
              <a:t>Workforce planning efectivo requiere </a:t>
            </a:r>
            <a:r>
              <a:rPr lang="en-US" sz="400" i="1"/>
              <a:t>"mapping out short-term project needs as well as long-term expansion plans in order to forecast skill gaps and staffing needs"</a:t>
            </a:r>
            <a:r>
              <a:rPr lang="en-US" sz="400"/>
              <a:t> ibm.com — esto es exactamente lo que tu dashboard de Talent Bridge visualiza con el benchmark de 18 días</a:t>
            </a:r>
          </a:p>
          <a:p>
            <a:pPr indent="-228600" defTabSz="914400">
              <a:lnSpc>
                <a:spcPct val="90000"/>
              </a:lnSpc>
              <a:spcAft>
                <a:spcPts val="600"/>
              </a:spcAft>
              <a:buFont typeface="Arial" panose="020B0604020202020204" pitchFamily="34" charset="0"/>
              <a:buChar char="•"/>
            </a:pPr>
            <a:r>
              <a:rPr lang="en-US" sz="400" b="1"/>
              <a:t>Bloque C — Barrera de integración de IA (contexto de por qué Talent Bridge con IA es diferenciador)</a:t>
            </a:r>
          </a:p>
          <a:p>
            <a:pPr marL="342900" lvl="0" indent="-228600" defTabSz="914400">
              <a:lnSpc>
                <a:spcPct val="90000"/>
              </a:lnSpc>
              <a:spcAft>
                <a:spcPts val="600"/>
              </a:spcAft>
              <a:buFont typeface="Arial" panose="020B0604020202020204" pitchFamily="34" charset="0"/>
              <a:buChar char="•"/>
            </a:pPr>
            <a:r>
              <a:rPr lang="en-US" sz="400" b="1"/>
              <a:t>95% de líderes de TI</a:t>
            </a:r>
            <a:r>
              <a:rPr lang="en-US" sz="400"/>
              <a:t> citan la integración como la barrera principal para adoptar IA</a:t>
            </a:r>
          </a:p>
          <a:p>
            <a:pPr marL="342900" lvl="0" indent="-228600" defTabSz="914400">
              <a:lnSpc>
                <a:spcPct val="90000"/>
              </a:lnSpc>
              <a:spcAft>
                <a:spcPts val="600"/>
              </a:spcAft>
              <a:buFont typeface="Arial" panose="020B0604020202020204" pitchFamily="34" charset="0"/>
              <a:buChar char="•"/>
            </a:pPr>
            <a:r>
              <a:rPr lang="en-US" sz="400"/>
              <a:t>Empresas manejan en promedio </a:t>
            </a:r>
            <a:r>
              <a:rPr lang="en-US" sz="400" b="1"/>
              <a:t>897 aplicaciones, con solo 28% integradas</a:t>
            </a:r>
            <a:endParaRPr lang="en-US" sz="400"/>
          </a:p>
          <a:p>
            <a:pPr marL="342900" lvl="0" indent="-228600" defTabSz="914400">
              <a:lnSpc>
                <a:spcPct val="90000"/>
              </a:lnSpc>
              <a:spcAft>
                <a:spcPts val="600"/>
              </a:spcAft>
              <a:buFont typeface="Arial" panose="020B0604020202020204" pitchFamily="34" charset="0"/>
              <a:buChar char="•"/>
            </a:pPr>
            <a:r>
              <a:rPr lang="en-US" sz="400" b="1"/>
              <a:t>80% de iniciativas de gobernanza de datos</a:t>
            </a:r>
            <a:r>
              <a:rPr lang="en-US" sz="400"/>
              <a:t> predichas a fallar hacia 2027</a:t>
            </a:r>
          </a:p>
          <a:p>
            <a:pPr marL="342900" lvl="0" indent="-228600" defTabSz="914400">
              <a:lnSpc>
                <a:spcPct val="90000"/>
              </a:lnSpc>
              <a:spcAft>
                <a:spcPts val="600"/>
              </a:spcAft>
              <a:buFont typeface="Arial" panose="020B0604020202020204" pitchFamily="34" charset="0"/>
              <a:buChar char="•"/>
            </a:pPr>
            <a:r>
              <a:rPr lang="en-US" sz="400" b="1"/>
              <a:t>78% de equipos</a:t>
            </a:r>
            <a:r>
              <a:rPr lang="en-US" sz="400"/>
              <a:t> luchan con orquestación de pipelines</a:t>
            </a:r>
          </a:p>
          <a:p>
            <a:pPr indent="-228600" defTabSz="914400">
              <a:lnSpc>
                <a:spcPct val="90000"/>
              </a:lnSpc>
              <a:spcAft>
                <a:spcPts val="600"/>
              </a:spcAft>
              <a:buFont typeface="Arial" panose="020B0604020202020204" pitchFamily="34" charset="0"/>
              <a:buChar char="•"/>
            </a:pPr>
            <a:r>
              <a:rPr lang="en-US" sz="400" b="1"/>
              <a:t>Bloque D — Lo que ya está construido (evidencia, no promesa)</a:t>
            </a:r>
          </a:p>
          <a:p>
            <a:pPr marL="342900" lvl="0" indent="-228600" defTabSz="914400">
              <a:lnSpc>
                <a:spcPct val="90000"/>
              </a:lnSpc>
              <a:spcAft>
                <a:spcPts val="600"/>
              </a:spcAft>
              <a:buFont typeface="Arial" panose="020B0604020202020204" pitchFamily="34" charset="0"/>
              <a:buChar char="•"/>
            </a:pPr>
            <a:r>
              <a:rPr lang="en-US" sz="400"/>
              <a:t>Arquitectura: React + Vite + TypeScript (frontend) / NestJS + Arquitectura Hexagonal (backend) / IBM Code Engine + Terraform (infraestructura)</a:t>
            </a:r>
          </a:p>
          <a:p>
            <a:pPr marL="342900" lvl="0" indent="-228600" defTabSz="914400">
              <a:lnSpc>
                <a:spcPct val="90000"/>
              </a:lnSpc>
              <a:spcAft>
                <a:spcPts val="600"/>
              </a:spcAft>
              <a:buFont typeface="Arial" panose="020B0604020202020204" pitchFamily="34" charset="0"/>
              <a:buChar char="•"/>
            </a:pPr>
            <a:r>
              <a:rPr lang="en-US" sz="400"/>
              <a:t>Features funcionales visibles en capturas: flujo de creación de proceso de selección (4 pasos), asignación de referentes técnicos con disponibilidad en tiempo real, dashboard con métricas operativas, pipeline de candidatos con etapas, formulario de evaluación técnica con scoring</a:t>
            </a:r>
          </a:p>
          <a:p>
            <a:pPr marL="342900" lvl="0" indent="-228600" defTabSz="914400">
              <a:lnSpc>
                <a:spcPct val="90000"/>
              </a:lnSpc>
              <a:spcAft>
                <a:spcPts val="600"/>
              </a:spcAft>
              <a:buFont typeface="Arial" panose="020B0604020202020204" pitchFamily="34" charset="0"/>
              <a:buChar char="•"/>
            </a:pPr>
            <a:r>
              <a:rPr lang="en-US" sz="400" b="1"/>
              <a:t>Benchmark propio ya diseñado en la UI:</a:t>
            </a:r>
            <a:r>
              <a:rPr lang="en-US" sz="400"/>
              <a:t> "18 días — tiempo promedio de cierre" basado en 24 requisiciones similares — esto es una métrica que la herramienta ya está preparada para rastrear y mejorar</a:t>
            </a:r>
          </a:p>
          <a:p>
            <a:pPr indent="-228600" defTabSz="914400">
              <a:lnSpc>
                <a:spcPct val="90000"/>
              </a:lnSpc>
              <a:spcAft>
                <a:spcPts val="600"/>
              </a:spcAft>
              <a:buFont typeface="Arial" panose="020B0604020202020204" pitchFamily="34" charset="0"/>
              <a:buChar char="•"/>
            </a:pPr>
            <a:r>
              <a:rPr lang="en-US" sz="400" b="1"/>
              <a:t>Bloque E — Frameworks de presentación disponibles (para uso futuro también)</a:t>
            </a:r>
          </a:p>
          <a:p>
            <a:pPr marL="342900" lvl="0" indent="-228600" defTabSz="914400">
              <a:lnSpc>
                <a:spcPct val="90000"/>
              </a:lnSpc>
              <a:spcAft>
                <a:spcPts val="600"/>
              </a:spcAft>
              <a:buFont typeface="Arial" panose="020B0604020202020204" pitchFamily="34" charset="0"/>
              <a:buChar char="•"/>
            </a:pPr>
            <a:r>
              <a:rPr lang="en-US" sz="400"/>
              <a:t>SCR (Situation-Complication-Resolution) — ideal para updates de estrategia highbridgeacademy.com</a:t>
            </a:r>
          </a:p>
          <a:p>
            <a:pPr marL="342900" lvl="0" indent="-228600" defTabSz="914400">
              <a:lnSpc>
                <a:spcPct val="90000"/>
              </a:lnSpc>
              <a:spcAft>
                <a:spcPts val="600"/>
              </a:spcAft>
              <a:buFont typeface="Arial" panose="020B0604020202020204" pitchFamily="34" charset="0"/>
              <a:buChar char="•"/>
            </a:pPr>
            <a:r>
              <a:rPr lang="en-US" sz="400"/>
              <a:t>"What Is vs What Could Be" — ideal para conseguir aprobación o presupuesto highbridgeacademy.com</a:t>
            </a:r>
          </a:p>
          <a:p>
            <a:pPr marL="342900" lvl="0" indent="-228600" defTabSz="914400">
              <a:lnSpc>
                <a:spcPct val="90000"/>
              </a:lnSpc>
              <a:spcAft>
                <a:spcPts val="600"/>
              </a:spcAft>
              <a:buFont typeface="Arial" panose="020B0604020202020204" pitchFamily="34" charset="0"/>
              <a:buChar char="•"/>
            </a:pPr>
            <a:r>
              <a:rPr lang="en-US" sz="400"/>
              <a:t>ABT (And-But-Therefore) — ideal para mensajes ejecutivos cortos highbridgeacademy.com</a:t>
            </a:r>
          </a:p>
          <a:p>
            <a:pPr marL="342900" lvl="0" indent="-228600" defTabSz="914400">
              <a:lnSpc>
                <a:spcPct val="90000"/>
              </a:lnSpc>
              <a:spcAft>
                <a:spcPts val="600"/>
              </a:spcAft>
              <a:buFont typeface="Arial" panose="020B0604020202020204" pitchFamily="34" charset="0"/>
              <a:buChar char="•"/>
            </a:pPr>
            <a:r>
              <a:rPr lang="en-US" sz="400"/>
              <a:t>Hero's Journey — ideal para presentaciones de visión/transformación highbridgeacademy.com</a:t>
            </a:r>
          </a:p>
          <a:p>
            <a:pPr marL="342900" lvl="0" indent="-228600" defTabSz="914400">
              <a:lnSpc>
                <a:spcPct val="90000"/>
              </a:lnSpc>
              <a:spcAft>
                <a:spcPts val="600"/>
              </a:spcAft>
              <a:buFont typeface="Arial" panose="020B0604020202020204" pitchFamily="34" charset="0"/>
              <a:buChar char="•"/>
            </a:pPr>
            <a:r>
              <a:rPr lang="en-US" sz="400"/>
              <a:t>Freytag Pyramid — ideal para entrenamiento y change management highbridgeacademy.com</a:t>
            </a:r>
          </a:p>
        </p:txBody>
      </p:sp>
      <p:graphicFrame>
        <p:nvGraphicFramePr>
          <p:cNvPr id="7" name="Marcador de contenido 6">
            <a:extLst>
              <a:ext uri="{FF2B5EF4-FFF2-40B4-BE49-F238E27FC236}">
                <a16:creationId xmlns:a16="http://schemas.microsoft.com/office/drawing/2014/main" id="{C110A298-859B-6647-49B8-FFF79E211ED9}"/>
              </a:ext>
            </a:extLst>
          </p:cNvPr>
          <p:cNvGraphicFramePr>
            <a:graphicFrameLocks noGrp="1"/>
          </p:cNvGraphicFramePr>
          <p:nvPr>
            <p:ph idx="1"/>
            <p:extLst>
              <p:ext uri="{D42A27DB-BD31-4B8C-83A1-F6EECF244321}">
                <p14:modId xmlns:p14="http://schemas.microsoft.com/office/powerpoint/2010/main" val="84854255"/>
              </p:ext>
            </p:extLst>
          </p:nvPr>
        </p:nvGraphicFramePr>
        <p:xfrm>
          <a:off x="1531846" y="301927"/>
          <a:ext cx="6080307" cy="2411457"/>
        </p:xfrm>
        <a:graphic>
          <a:graphicData uri="http://schemas.openxmlformats.org/drawingml/2006/table">
            <a:tbl>
              <a:tblPr firstRow="1" bandRow="1">
                <a:noFill/>
              </a:tblPr>
              <a:tblGrid>
                <a:gridCol w="1268477">
                  <a:extLst>
                    <a:ext uri="{9D8B030D-6E8A-4147-A177-3AD203B41FA5}">
                      <a16:colId xmlns:a16="http://schemas.microsoft.com/office/drawing/2014/main" val="982759000"/>
                    </a:ext>
                  </a:extLst>
                </a:gridCol>
                <a:gridCol w="1718348">
                  <a:extLst>
                    <a:ext uri="{9D8B030D-6E8A-4147-A177-3AD203B41FA5}">
                      <a16:colId xmlns:a16="http://schemas.microsoft.com/office/drawing/2014/main" val="2276611105"/>
                    </a:ext>
                  </a:extLst>
                </a:gridCol>
                <a:gridCol w="3093482">
                  <a:extLst>
                    <a:ext uri="{9D8B030D-6E8A-4147-A177-3AD203B41FA5}">
                      <a16:colId xmlns:a16="http://schemas.microsoft.com/office/drawing/2014/main" val="1083037185"/>
                    </a:ext>
                  </a:extLst>
                </a:gridCol>
              </a:tblGrid>
              <a:tr h="347215">
                <a:tc>
                  <a:txBody>
                    <a:bodyPr/>
                    <a:lstStyle/>
                    <a:p>
                      <a:pPr algn="l" fontAlgn="ctr">
                        <a:buNone/>
                      </a:pPr>
                      <a:r>
                        <a:rPr lang="es-CL" sz="1000" b="1" i="0" u="none" strike="noStrike" cap="all" spc="60">
                          <a:solidFill>
                            <a:schemeClr val="tx1"/>
                          </a:solidFill>
                          <a:effectLst/>
                          <a:latin typeface="Arial" panose="020B0604020202020204" pitchFamily="34" charset="0"/>
                        </a:rPr>
                        <a:t>Sección</a:t>
                      </a:r>
                    </a:p>
                  </a:txBody>
                  <a:tcPr marL="0" marR="41118" marT="78912" marB="78912" anchor="b">
                    <a:lnL w="12700" cap="flat" cmpd="sng" algn="ctr">
                      <a:noFill/>
                      <a:prstDash val="solid"/>
                    </a:lnL>
                    <a:lnR w="12700" cmpd="sng">
                      <a:noFill/>
                      <a:prstDash val="solid"/>
                    </a:lnR>
                    <a:lnT w="12700" cmpd="sng">
                      <a:noFill/>
                    </a:lnT>
                    <a:lnB w="12700" cmpd="sng">
                      <a:noFill/>
                      <a:prstDash val="solid"/>
                    </a:lnB>
                    <a:noFill/>
                  </a:tcPr>
                </a:tc>
                <a:tc>
                  <a:txBody>
                    <a:bodyPr/>
                    <a:lstStyle/>
                    <a:p>
                      <a:pPr algn="l" fontAlgn="ctr">
                        <a:buNone/>
                      </a:pPr>
                      <a:r>
                        <a:rPr lang="es-CL" sz="1000" b="1" i="0" u="none" strike="noStrike" cap="all" spc="60">
                          <a:solidFill>
                            <a:schemeClr val="tx1"/>
                          </a:solidFill>
                          <a:effectLst/>
                          <a:latin typeface="Arial" panose="020B0604020202020204" pitchFamily="34" charset="0"/>
                        </a:rPr>
                        <a:t>Framework</a:t>
                      </a:r>
                    </a:p>
                  </a:txBody>
                  <a:tcPr marL="0" marR="41118" marT="78912" marB="78912" anchor="b">
                    <a:lnL w="12700" cmpd="sng">
                      <a:noFill/>
                      <a:prstDash val="solid"/>
                    </a:lnL>
                    <a:lnR w="12700" cmpd="sng">
                      <a:noFill/>
                      <a:prstDash val="solid"/>
                    </a:lnR>
                    <a:lnT w="12700" cmpd="sng">
                      <a:noFill/>
                    </a:lnT>
                    <a:lnB w="12700" cmpd="sng">
                      <a:noFill/>
                      <a:prstDash val="solid"/>
                    </a:lnB>
                    <a:noFill/>
                  </a:tcPr>
                </a:tc>
                <a:tc>
                  <a:txBody>
                    <a:bodyPr/>
                    <a:lstStyle/>
                    <a:p>
                      <a:pPr algn="l" fontAlgn="ctr">
                        <a:buNone/>
                      </a:pPr>
                      <a:r>
                        <a:rPr lang="es-CL" sz="1000" b="1" i="0" u="none" strike="noStrike" cap="all" spc="60">
                          <a:solidFill>
                            <a:schemeClr val="tx1"/>
                          </a:solidFill>
                          <a:effectLst/>
                          <a:latin typeface="Arial" panose="020B0604020202020204" pitchFamily="34" charset="0"/>
                        </a:rPr>
                        <a:t>Función</a:t>
                      </a:r>
                    </a:p>
                  </a:txBody>
                  <a:tcPr marL="0" marR="41118" marT="78912" marB="78912" anchor="b">
                    <a:lnL w="12700" cmpd="sng">
                      <a:noFill/>
                      <a:prstDash val="solid"/>
                    </a:lnL>
                    <a:lnR w="12700" cmpd="sng">
                      <a:noFill/>
                      <a:prstDash val="solid"/>
                    </a:lnR>
                    <a:lnT w="12700" cmpd="sng">
                      <a:noFill/>
                    </a:lnT>
                    <a:lnB w="12700" cmpd="sng">
                      <a:noFill/>
                      <a:prstDash val="solid"/>
                    </a:lnB>
                    <a:noFill/>
                  </a:tcPr>
                </a:tc>
                <a:extLst>
                  <a:ext uri="{0D108BD9-81ED-4DB2-BD59-A6C34878D82A}">
                    <a16:rowId xmlns:a16="http://schemas.microsoft.com/office/drawing/2014/main" val="2546770552"/>
                  </a:ext>
                </a:extLst>
              </a:tr>
              <a:tr h="758225">
                <a:tc>
                  <a:txBody>
                    <a:bodyPr/>
                    <a:lstStyle/>
                    <a:p>
                      <a:pPr algn="l" fontAlgn="ctr">
                        <a:buNone/>
                      </a:pPr>
                      <a:r>
                        <a:rPr lang="es-CL" sz="1400" b="0" i="0" u="none" strike="noStrike" cap="none" spc="0">
                          <a:solidFill>
                            <a:schemeClr val="tx1"/>
                          </a:solidFill>
                          <a:effectLst/>
                          <a:latin typeface="Arial" panose="020B0604020202020204" pitchFamily="34" charset="0"/>
                        </a:rPr>
                        <a:t>Apertura</a:t>
                      </a:r>
                    </a:p>
                  </a:txBody>
                  <a:tcPr marL="0" marR="41118" marT="16447" marB="78912" anchor="ctr">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algn="l" fontAlgn="ctr">
                        <a:buNone/>
                      </a:pPr>
                      <a:r>
                        <a:rPr lang="es-CL" sz="1400" b="1" i="0" u="none" strike="noStrike" cap="none" spc="0">
                          <a:solidFill>
                            <a:schemeClr val="tx1"/>
                          </a:solidFill>
                          <a:effectLst/>
                          <a:latin typeface="Arial" panose="020B0604020202020204" pitchFamily="34" charset="0"/>
                        </a:rPr>
                        <a:t>BLUF</a:t>
                      </a:r>
                      <a:endParaRPr lang="es-CL" sz="1400" b="0" i="0" u="none" strike="noStrike" cap="none" spc="0">
                        <a:solidFill>
                          <a:schemeClr val="tx1"/>
                        </a:solidFill>
                        <a:effectLst/>
                        <a:latin typeface="Arial" panose="020B0604020202020204" pitchFamily="34" charset="0"/>
                      </a:endParaRPr>
                    </a:p>
                  </a:txBody>
                  <a:tcPr marL="0" marR="41118" marT="16447" marB="78912"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fontAlgn="ctr">
                        <a:buNone/>
                      </a:pPr>
                      <a:r>
                        <a:rPr lang="es-CL" sz="1400" b="0" i="0" u="none" strike="noStrike" cap="none" spc="0">
                          <a:solidFill>
                            <a:schemeClr val="tx1"/>
                          </a:solidFill>
                          <a:effectLst/>
                          <a:latin typeface="Arial" panose="020B0604020202020204" pitchFamily="34" charset="0"/>
                        </a:rPr>
                        <a:t>Una frase que resuma el problema + la oportunidad de negocio en 10 segundos</a:t>
                      </a:r>
                    </a:p>
                  </a:txBody>
                  <a:tcPr marL="0" marR="41118" marT="16447" marB="7891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561852738"/>
                  </a:ext>
                </a:extLst>
              </a:tr>
              <a:tr h="758225">
                <a:tc>
                  <a:txBody>
                    <a:bodyPr/>
                    <a:lstStyle/>
                    <a:p>
                      <a:pPr algn="l" fontAlgn="ctr">
                        <a:buNone/>
                      </a:pPr>
                      <a:r>
                        <a:rPr lang="es-CL" sz="1400" b="0" i="0" u="none" strike="noStrike" cap="none" spc="0">
                          <a:solidFill>
                            <a:schemeClr val="tx1"/>
                          </a:solidFill>
                          <a:effectLst/>
                          <a:latin typeface="Arial" panose="020B0604020202020204" pitchFamily="34" charset="0"/>
                        </a:rPr>
                        <a:t>Cuerpo</a:t>
                      </a:r>
                    </a:p>
                  </a:txBody>
                  <a:tcPr marL="0" marR="41118" marT="16447" marB="78912" anchor="ctr">
                    <a:lnL w="12700" cap="flat" cmpd="sng" algn="ctr">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ctr">
                        <a:buNone/>
                      </a:pPr>
                      <a:r>
                        <a:rPr lang="es-CL" sz="1400" b="1" i="0" u="none" strike="noStrike" cap="none" spc="0">
                          <a:solidFill>
                            <a:schemeClr val="tx1"/>
                          </a:solidFill>
                          <a:effectLst/>
                          <a:latin typeface="Arial" panose="020B0604020202020204" pitchFamily="34" charset="0"/>
                        </a:rPr>
                        <a:t>"What Is vs What Could Be"</a:t>
                      </a:r>
                      <a:endParaRPr lang="es-CL" sz="1400" b="0" i="0" u="none" strike="noStrike" cap="none" spc="0">
                        <a:solidFill>
                          <a:schemeClr val="tx1"/>
                        </a:solidFill>
                        <a:effectLst/>
                        <a:latin typeface="Arial" panose="020B0604020202020204" pitchFamily="34" charset="0"/>
                      </a:endParaRPr>
                    </a:p>
                  </a:txBody>
                  <a:tcPr marL="0" marR="41118" marT="16447" marB="7891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ctr">
                        <a:buNone/>
                      </a:pPr>
                      <a:r>
                        <a:rPr lang="es-CL" sz="1400" b="0" i="0" u="none" strike="noStrike" cap="none" spc="0">
                          <a:solidFill>
                            <a:schemeClr val="tx1"/>
                          </a:solidFill>
                          <a:effectLst/>
                          <a:latin typeface="Arial" panose="020B0604020202020204" pitchFamily="34" charset="0"/>
                        </a:rPr>
                        <a:t>Construir la brecha emocional antes de mostrar la solución highbridgeacademy.com</a:t>
                      </a:r>
                    </a:p>
                  </a:txBody>
                  <a:tcPr marL="0" marR="41118" marT="16447" marB="7891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902262573"/>
                  </a:ext>
                </a:extLst>
              </a:tr>
              <a:tr h="547792">
                <a:tc>
                  <a:txBody>
                    <a:bodyPr/>
                    <a:lstStyle/>
                    <a:p>
                      <a:pPr algn="l" fontAlgn="ctr">
                        <a:buNone/>
                      </a:pPr>
                      <a:r>
                        <a:rPr lang="es-CL" sz="1400" b="0" i="0" u="none" strike="noStrike" cap="none" spc="0">
                          <a:solidFill>
                            <a:schemeClr val="tx1"/>
                          </a:solidFill>
                          <a:effectLst/>
                          <a:latin typeface="Arial" panose="020B0604020202020204" pitchFamily="34" charset="0"/>
                        </a:rPr>
                        <a:t>Cierre</a:t>
                      </a:r>
                    </a:p>
                  </a:txBody>
                  <a:tcPr marL="0" marR="41118" marT="16447" marB="78912" anchor="ctr">
                    <a:lnL w="12700"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l" fontAlgn="ctr">
                        <a:buNone/>
                      </a:pPr>
                      <a:r>
                        <a:rPr lang="es-CL" sz="1400" b="1" i="0" u="none" strike="noStrike" cap="none" spc="0">
                          <a:solidFill>
                            <a:schemeClr val="tx1"/>
                          </a:solidFill>
                          <a:effectLst/>
                          <a:latin typeface="Arial" panose="020B0604020202020204" pitchFamily="34" charset="0"/>
                        </a:rPr>
                        <a:t>ABT (And-But-Therefore)</a:t>
                      </a:r>
                      <a:endParaRPr lang="es-CL" sz="1400" b="0" i="0" u="none" strike="noStrike" cap="none" spc="0">
                        <a:solidFill>
                          <a:schemeClr val="tx1"/>
                        </a:solidFill>
                        <a:effectLst/>
                        <a:latin typeface="Arial" panose="020B0604020202020204" pitchFamily="34" charset="0"/>
                      </a:endParaRPr>
                    </a:p>
                  </a:txBody>
                  <a:tcPr marL="0" marR="41118" marT="16447" marB="78912"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ctr">
                        <a:buNone/>
                      </a:pPr>
                      <a:r>
                        <a:rPr lang="es-CL" sz="1400" b="0" i="0" u="none" strike="noStrike" cap="none" spc="0">
                          <a:solidFill>
                            <a:schemeClr val="tx1"/>
                          </a:solidFill>
                          <a:effectLst/>
                          <a:latin typeface="Arial" panose="020B0604020202020204" pitchFamily="34" charset="0"/>
                        </a:rPr>
                        <a:t>Mensaje ejecutivo final, corto y memorable highbridgeacademy.com</a:t>
                      </a:r>
                    </a:p>
                  </a:txBody>
                  <a:tcPr marL="0" marR="41118" marT="16447" marB="78912"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444947218"/>
                  </a:ext>
                </a:extLst>
              </a:tr>
            </a:tbl>
          </a:graphicData>
        </a:graphic>
      </p:graphicFrame>
    </p:spTree>
    <p:extLst>
      <p:ext uri="{BB962C8B-B14F-4D97-AF65-F5344CB8AC3E}">
        <p14:creationId xmlns:p14="http://schemas.microsoft.com/office/powerpoint/2010/main" val="27535251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11819</TotalTime>
  <Words>1359</Words>
  <Application>Microsoft Macintosh PowerPoint</Application>
  <PresentationFormat>Presentación en pantalla (16:9)</PresentationFormat>
  <Paragraphs>84</Paragraphs>
  <Slides>9</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9</vt:i4>
      </vt:variant>
    </vt:vector>
  </HeadingPairs>
  <TitlesOfParts>
    <vt:vector size="12" baseType="lpstr">
      <vt:lpstr>Arial</vt:lpstr>
      <vt:lpstr>Calibri</vt:lpstr>
      <vt:lpstr>Office Theme</vt:lpstr>
      <vt:lpstr>IBM Future now management: De MVP a Herramienta Oficial</vt:lpstr>
      <vt:lpstr>Slide 1: BLUF (Apertura)</vt:lpstr>
      <vt:lpstr>Presentación de PowerPoint</vt:lpstr>
      <vt:lpstr>Slide 2: What Is (Estado Actual)</vt:lpstr>
      <vt:lpstr>Slide 3: What Could Be (Brecha Emocional)</vt:lpstr>
      <vt:lpstr>Slide 4: La Solución - Talent Bridge (Evidencia)</vt:lpstr>
      <vt:lpstr>Slide 5: Impacto Proyectado</vt:lpstr>
      <vt:lpstr>Slide 6: Cierre ABT (And-But-Therefore)</vt:lpstr>
      <vt:lpstr>Presentación de PowerPoint</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Oliva Suarez Klyswer Oneall</cp:lastModifiedBy>
  <cp:revision>2</cp:revision>
  <dcterms:created xsi:type="dcterms:W3CDTF">2026-09-10T03:46:27Z</dcterms:created>
  <dcterms:modified xsi:type="dcterms:W3CDTF">2026-09-24T23:53:22Z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0d11c38-0664-4892-bd3f-ac21978eeef9_Enabled">
    <vt:lpwstr>true</vt:lpwstr>
  </property>
  <property fmtid="{D5CDD505-2E9C-101B-9397-08002B2CF9AE}" pid="3" name="MSIP_Label_20d11c38-0664-4892-bd3f-ac21978eeef9_SetDate">
    <vt:lpwstr>2026-09-10T03:52:24Z</vt:lpwstr>
  </property>
  <property fmtid="{D5CDD505-2E9C-101B-9397-08002B2CF9AE}" pid="4" name="MSIP_Label_20d11c38-0664-4892-bd3f-ac21978eeef9_Method">
    <vt:lpwstr>Privileged</vt:lpwstr>
  </property>
  <property fmtid="{D5CDD505-2E9C-101B-9397-08002B2CF9AE}" pid="5" name="MSIP_Label_20d11c38-0664-4892-bd3f-ac21978eeef9_Name">
    <vt:lpwstr>General</vt:lpwstr>
  </property>
  <property fmtid="{D5CDD505-2E9C-101B-9397-08002B2CF9AE}" pid="6" name="MSIP_Label_20d11c38-0664-4892-bd3f-ac21978eeef9_SiteId">
    <vt:lpwstr>189d9de0-0fef-4050-9094-e7cf9e6b3bb5</vt:lpwstr>
  </property>
  <property fmtid="{D5CDD505-2E9C-101B-9397-08002B2CF9AE}" pid="7" name="MSIP_Label_20d11c38-0664-4892-bd3f-ac21978eeef9_ActionId">
    <vt:lpwstr>51fc1b76-d7f4-457f-b6d0-61e119cfc7ce</vt:lpwstr>
  </property>
  <property fmtid="{D5CDD505-2E9C-101B-9397-08002B2CF9AE}" pid="8" name="MSIP_Label_20d11c38-0664-4892-bd3f-ac21978eeef9_ContentBits">
    <vt:lpwstr>0</vt:lpwstr>
  </property>
  <property fmtid="{D5CDD505-2E9C-101B-9397-08002B2CF9AE}" pid="9" name="MSIP_Label_20d11c38-0664-4892-bd3f-ac21978eeef9_Tag">
    <vt:lpwstr>50, 0, 1, 1</vt:lpwstr>
  </property>
</Properties>
</file>